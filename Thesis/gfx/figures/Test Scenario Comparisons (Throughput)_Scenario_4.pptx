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200" d="100"/>
          <a:sy n="200" d="100"/>
        </p:scale>
        <p:origin x="-2268" y="-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F780-2160-7665-7247-52F9844A6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2FA83-AF45-F700-F297-92389D561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3E547-D6F6-8EC6-903F-1245644A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E5BA8-BA67-FE9E-2A95-C40F950C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6373A-D4B5-F8FC-C712-097AD5CD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7266-A64D-9D62-5F9F-1E2EEF6E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78BD1-DD9D-5911-BAB0-86BCA73CD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6A136-CCE2-9E73-87DE-244B65F6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659EA-73B8-BFF9-013F-8E67A1FF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9B9A0-1F3D-2821-3109-3356BB5B2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4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CCAB-65E0-4F71-2DFD-721F6E828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548B5-F024-371D-1ECA-35780E77E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442FF-57E0-35A5-05CB-75C9AABC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0701C-7C74-44B9-D72F-DF230561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81AFE-BF01-B6C5-77E7-71D1D9B0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0D88-82A7-A417-01D0-1B5B28AE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5BB3-923C-CAA8-35AA-3E11BB3A9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F7418-D27C-FFA1-142E-9CA06E8A9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B4CC2-F1B4-992A-A0AE-715409ABF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49BA4-6549-078E-D433-2C8F63CF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31842-EFB7-2215-BBC1-BE6AA22D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87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1DF59-ABC6-67E4-74B2-9BD48C6B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16007-2C63-3B71-CB97-1D6C2DC11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E2777-B5BE-EFC9-618B-2A083BA76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60FE0-D3B4-F689-8463-41A38D469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AA3BE-E312-4CFB-108C-E25862AB0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27833-ABCC-707E-1E45-D46F51D2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FB67EC-3FC9-6DB0-20D2-B524B9B5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87D76F-D176-9956-D2A6-B7492B8A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78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C3BF-A2EF-E6A0-9854-B3DFC1881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E0689-BF8A-1CD6-8B6F-74B6D89F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31462-657A-F5DC-3F34-D8F19504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BB78E-9F19-0E77-F9D9-95526A85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2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6621D-07AF-27A6-8C66-82634FF0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DEFBF-5504-53C1-A473-66F6A4C1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451CF-BBAF-3BD6-4AD3-2B34F68F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9EF6-9EA8-EDF9-32A8-04A8409F6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6E5B8-F82F-6BCE-0828-A48496196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7D82A-C058-763D-7B50-20EEBEBE8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FD5F9-8FC6-D5F7-25F3-BC8DF415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6CE13-C668-189E-FA03-1C9CA8F25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56356-4129-2B70-70E8-6F4059E0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3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43DA-0E43-8344-3731-7B0CD9C1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6E359-0893-C958-1646-65E80245B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ED83E-81BB-B65D-11CB-F9014852C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EF6D1-099D-C878-6CAA-913D33A34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04A9D-5F10-500E-2085-1FC8E441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81BAD-4237-36AB-0E22-8036BA45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6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FC91-C4C7-A13F-3990-F0507625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49F9C-CBB6-5B7F-A4B7-ADD00782F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F04F6-840C-D317-D2CF-7BEA65F7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F701B-B7ED-2609-7762-D17AC20D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65EFB-E4C3-D1E8-0E1B-A643FB5F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92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374C7-5534-ACFF-A847-2D0518A51D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156CF-4752-6B0A-33F8-43853A30A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1A8CB-5578-6656-7D9F-6D6C2FACE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6054D-2361-6401-B993-3722CF7A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C35A7-C9CC-01FC-729D-046008FD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5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D619B-3105-7791-007E-0F249965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34BAE-3C69-F111-EFC2-93DECBD1B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8AFF6-D7BE-54C3-1DD1-8FC9169EA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888F9-D896-4C05-AD10-B2D6F0F5E16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D4252-FB73-F450-2485-D21C807F5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6FC33-5323-AF7A-5892-7D09A1CE0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64E8A-CA84-4DF3-8C6E-DCCFA2EC7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4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4FAEDAF-F1D1-D1EC-C859-699D6C465908}"/>
              </a:ext>
            </a:extLst>
          </p:cNvPr>
          <p:cNvGrpSpPr/>
          <p:nvPr/>
        </p:nvGrpSpPr>
        <p:grpSpPr>
          <a:xfrm>
            <a:off x="4123809" y="1774668"/>
            <a:ext cx="3944381" cy="3308663"/>
            <a:chOff x="4118546" y="1761398"/>
            <a:chExt cx="3944381" cy="330866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B33FFA6-AADD-1383-7F4A-9DF190C810BE}"/>
                </a:ext>
              </a:extLst>
            </p:cNvPr>
            <p:cNvGrpSpPr/>
            <p:nvPr/>
          </p:nvGrpSpPr>
          <p:grpSpPr>
            <a:xfrm>
              <a:off x="4118546" y="1761398"/>
              <a:ext cx="3944381" cy="2913284"/>
              <a:chOff x="2017506" y="165134"/>
              <a:chExt cx="8156987" cy="550903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BCCEB3-4CEE-926B-16B1-E14D94AE0196}"/>
                  </a:ext>
                </a:extLst>
              </p:cNvPr>
              <p:cNvSpPr/>
              <p:nvPr/>
            </p:nvSpPr>
            <p:spPr>
              <a:xfrm>
                <a:off x="2839131" y="481528"/>
                <a:ext cx="6423534" cy="22748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94DCA16-106F-1A63-5127-56F299EEADF0}"/>
                  </a:ext>
                </a:extLst>
              </p:cNvPr>
              <p:cNvCxnSpPr>
                <a:cxnSpLocks/>
                <a:stCxn id="14" idx="3"/>
                <a:endCxn id="12" idx="2"/>
              </p:cNvCxnSpPr>
              <p:nvPr/>
            </p:nvCxnSpPr>
            <p:spPr>
              <a:xfrm flipV="1">
                <a:off x="4433186" y="1531137"/>
                <a:ext cx="3352442" cy="609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9EECC-4595-91CB-2EDE-DB047633BEAF}"/>
                  </a:ext>
                </a:extLst>
              </p:cNvPr>
              <p:cNvSpPr txBox="1"/>
              <p:nvPr/>
            </p:nvSpPr>
            <p:spPr>
              <a:xfrm>
                <a:off x="7543109" y="2215762"/>
                <a:ext cx="1345154" cy="424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1 Redis DB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D25CA5-43D0-1EC8-7EDE-CC47BA13D88E}"/>
                  </a:ext>
                </a:extLst>
              </p:cNvPr>
              <p:cNvSpPr txBox="1"/>
              <p:nvPr/>
            </p:nvSpPr>
            <p:spPr>
              <a:xfrm>
                <a:off x="2711337" y="1953753"/>
                <a:ext cx="2308984" cy="727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/>
                  <a:t>Clients </a:t>
                </a:r>
                <a:r>
                  <a:rPr lang="en-US" sz="1100" b="1" dirty="0"/>
                  <a:t>1 - 50</a:t>
                </a:r>
              </a:p>
              <a:p>
                <a:pPr algn="ctr"/>
                <a:r>
                  <a:rPr lang="en-US" sz="800" i="1" dirty="0"/>
                  <a:t>- Gradually increasing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53172E5-5672-F260-D7C8-2F24832CBDA4}"/>
                  </a:ext>
                </a:extLst>
              </p:cNvPr>
              <p:cNvSpPr/>
              <p:nvPr/>
            </p:nvSpPr>
            <p:spPr>
              <a:xfrm>
                <a:off x="5122139" y="165134"/>
                <a:ext cx="1947722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Baseline: </a:t>
                </a:r>
              </a:p>
            </p:txBody>
          </p:sp>
          <p:sp>
            <p:nvSpPr>
              <p:cNvPr id="12" name="Cylinder 11">
                <a:extLst>
                  <a:ext uri="{FF2B5EF4-FFF2-40B4-BE49-F238E27FC236}">
                    <a16:creationId xmlns:a16="http://schemas.microsoft.com/office/drawing/2014/main" id="{F528225E-6493-AD27-2535-D7A2F81C2CFC}"/>
                  </a:ext>
                </a:extLst>
              </p:cNvPr>
              <p:cNvSpPr/>
              <p:nvPr/>
            </p:nvSpPr>
            <p:spPr>
              <a:xfrm>
                <a:off x="7785628" y="957992"/>
                <a:ext cx="1211791" cy="1146290"/>
              </a:xfrm>
              <a:prstGeom prst="can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0AE5F82-24E6-6655-5A89-5ED657F2E1CD}"/>
                  </a:ext>
                </a:extLst>
              </p:cNvPr>
              <p:cNvGrpSpPr/>
              <p:nvPr/>
            </p:nvGrpSpPr>
            <p:grpSpPr>
              <a:xfrm>
                <a:off x="2017506" y="3329477"/>
                <a:ext cx="8156987" cy="2344692"/>
                <a:chOff x="2275274" y="3362009"/>
                <a:chExt cx="8156987" cy="2344692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DE9A132-A79E-58AD-18B6-468969C97A42}"/>
                    </a:ext>
                  </a:extLst>
                </p:cNvPr>
                <p:cNvSpPr/>
                <p:nvPr/>
              </p:nvSpPr>
              <p:spPr>
                <a:xfrm>
                  <a:off x="2275274" y="3783073"/>
                  <a:ext cx="2935716" cy="15375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sz="1100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A7F6E8EC-559D-7522-78F4-5C83546A3E64}"/>
                    </a:ext>
                  </a:extLst>
                </p:cNvPr>
                <p:cNvGrpSpPr/>
                <p:nvPr/>
              </p:nvGrpSpPr>
              <p:grpSpPr>
                <a:xfrm>
                  <a:off x="5868443" y="3362009"/>
                  <a:ext cx="4563818" cy="2344692"/>
                  <a:chOff x="3374855" y="3152874"/>
                  <a:chExt cx="3689645" cy="1940098"/>
                </a:xfrm>
              </p:grpSpPr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05E2AE33-43FF-36EF-6B9A-862D39F5ED81}"/>
                      </a:ext>
                    </a:extLst>
                  </p:cNvPr>
                  <p:cNvSpPr/>
                  <p:nvPr/>
                </p:nvSpPr>
                <p:spPr>
                  <a:xfrm>
                    <a:off x="3374855" y="3152874"/>
                    <a:ext cx="3689645" cy="406672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M:1 -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Middleware with 1 Redis DB </a:t>
                    </a:r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8D9DCDD5-EFC5-28EB-CC89-61E17DF0103A}"/>
                      </a:ext>
                    </a:extLst>
                  </p:cNvPr>
                  <p:cNvSpPr/>
                  <p:nvPr/>
                </p:nvSpPr>
                <p:spPr>
                  <a:xfrm>
                    <a:off x="3374859" y="4686300"/>
                    <a:ext cx="3689641" cy="406672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M:6 -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Middleware with 6 Redis DB </a:t>
                    </a:r>
                    <a:endParaRPr lang="en-US" sz="11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3C1F6FF2-077D-C235-A36B-5BB2D8CF2E30}"/>
                      </a:ext>
                    </a:extLst>
                  </p:cNvPr>
                  <p:cNvSpPr/>
                  <p:nvPr/>
                </p:nvSpPr>
                <p:spPr>
                  <a:xfrm>
                    <a:off x="3374857" y="4175158"/>
                    <a:ext cx="3689643" cy="406672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M:4 -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Middleware with 4 Redis DB </a:t>
                    </a:r>
                    <a:endParaRPr lang="en-US" sz="11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F2A7071A-1694-436F-C7E9-BF364115F2F9}"/>
                      </a:ext>
                    </a:extLst>
                  </p:cNvPr>
                  <p:cNvSpPr/>
                  <p:nvPr/>
                </p:nvSpPr>
                <p:spPr>
                  <a:xfrm>
                    <a:off x="3374856" y="3664016"/>
                    <a:ext cx="3689644" cy="406672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M:2 -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Middleware with 2 Redis DB </a:t>
                    </a:r>
                  </a:p>
                </p:txBody>
              </p:sp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E4902A7C-6427-B710-A05E-FC4A92017F51}"/>
                    </a:ext>
                  </a:extLst>
                </p:cNvPr>
                <p:cNvGrpSpPr/>
                <p:nvPr/>
              </p:nvGrpSpPr>
              <p:grpSpPr>
                <a:xfrm rot="10800000">
                  <a:off x="5211003" y="3646006"/>
                  <a:ext cx="657440" cy="1814954"/>
                  <a:chOff x="7064495" y="3356210"/>
                  <a:chExt cx="274772" cy="1533426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FA4B2E1D-53CE-25F4-B235-4B67EE9CB1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4501" y="3358999"/>
                    <a:ext cx="274766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234F1EB4-C0B8-34E9-0B61-90C016C3BA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4500" y="3851992"/>
                    <a:ext cx="274766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E2850670-15EE-326F-7CAD-0EE0B6F6D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4495" y="4379894"/>
                    <a:ext cx="274766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75EA3BB5-AB86-0167-60CB-6466CB3424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4495" y="4889636"/>
                    <a:ext cx="274766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8EB78DA4-3EB6-EAE1-104E-D5E12503A7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39261" y="3356210"/>
                    <a:ext cx="0" cy="1533426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72F75F7-E393-B5DC-CF7E-A32755376F06}"/>
                    </a:ext>
                  </a:extLst>
                </p:cNvPr>
                <p:cNvSpPr txBox="1"/>
                <p:nvPr/>
              </p:nvSpPr>
              <p:spPr>
                <a:xfrm>
                  <a:off x="2561272" y="4539716"/>
                  <a:ext cx="2363718" cy="7275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100" dirty="0"/>
                    <a:t>Clients </a:t>
                  </a:r>
                  <a:r>
                    <a:rPr lang="en-US" sz="1100" b="1" dirty="0"/>
                    <a:t>1 - 50</a:t>
                  </a:r>
                </a:p>
                <a:p>
                  <a:pPr algn="ctr"/>
                  <a:r>
                    <a:rPr lang="en-US" sz="800" i="1" dirty="0"/>
                    <a:t>- Gradually increasing</a:t>
                  </a:r>
                </a:p>
              </p:txBody>
            </p:sp>
          </p:grpSp>
          <p:pic>
            <p:nvPicPr>
              <p:cNvPr id="14" name="Graphic 13" descr="Users outline">
                <a:extLst>
                  <a:ext uri="{FF2B5EF4-FFF2-40B4-BE49-F238E27FC236}">
                    <a16:creationId xmlns:a16="http://schemas.microsoft.com/office/drawing/2014/main" id="{2CD4CE5C-4CCF-7E7C-1C1A-38A282CFD9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139335" y="890306"/>
                <a:ext cx="1293852" cy="1293852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998BAA-DB30-B9E2-3DDE-089A20028FEB}"/>
                </a:ext>
              </a:extLst>
            </p:cNvPr>
            <p:cNvSpPr txBox="1"/>
            <p:nvPr/>
          </p:nvSpPr>
          <p:spPr>
            <a:xfrm>
              <a:off x="4118547" y="4808451"/>
              <a:ext cx="3944380" cy="2616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Test Scenario: 4</a:t>
              </a:r>
              <a:endParaRPr lang="en-US" sz="1100" dirty="0"/>
            </a:p>
          </p:txBody>
        </p:sp>
      </p:grp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C9DC142F-D967-F295-1230-314E492F8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0777" y="3559746"/>
            <a:ext cx="625653" cy="68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6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2</cp:revision>
  <dcterms:created xsi:type="dcterms:W3CDTF">2023-04-13T12:30:15Z</dcterms:created>
  <dcterms:modified xsi:type="dcterms:W3CDTF">2023-04-13T12:33:57Z</dcterms:modified>
</cp:coreProperties>
</file>