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BEF6-40B7-568F-AAC7-90CF2078E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B9986-0994-8465-CBDE-421E27EE2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93864-B0AB-65DF-C885-0B031F81D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7A91-BDF1-AFD3-772D-787305D36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F952-1CCB-BD9D-7EE3-77FAC610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6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ECA8-373F-342A-F1E7-986925BC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FFAC-5DB2-0105-ACBA-512AAC8F8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46E3-B1F9-62E3-46D9-1A99930A5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6BE7D-C884-4778-00D6-7D3967C78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4A1C7-65FA-952D-3C4F-075D0558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FE0B-534D-DE08-EC37-1C2A7840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F647C-DC91-6BD6-B788-63E06EA99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31792-CA91-36EF-1834-B861629F7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A9811-D3DA-B32A-35F8-17DCA8BD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41A4-708A-4D42-CCBD-46646CF9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2642-F4AC-0708-7E01-491F37FF8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17DD-8D86-7A67-6B86-9CC9F46AA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04D44-1919-4E47-C345-62DCC9ED64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8E74-BB6B-236E-F351-DCD8B0A1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0C729-C4D7-ABCA-A43D-B6DF9FA6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FD8A6-AAEB-20CA-E7D3-94651670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3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D25E-939B-0C27-E240-173C94A4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B8119-0F79-4292-6F7E-32817C74E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03536-BE94-9F6A-8FE7-8D3710987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F3E3D-74F9-582D-7C3B-044366613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4D956-660F-BDDC-4771-3EAC88B6F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346E5-C34B-2028-C440-46171E6FD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7A5C7E-3FCE-0D94-AD5B-7E798252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77116-CD8C-D854-8447-85E04A32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57EF-57C5-5E12-3657-8DBEEA292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6EA079-40E0-0045-199F-95E37D2E1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3B75F-96A0-443E-6AF4-C0712F5C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9B05A-1706-DC70-E129-028591A3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4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DB803F-93D6-EB86-E1FD-5117F7FB8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543DDD-03A1-D962-C15E-A3C3B8C5E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0C335-C223-3CB7-4EE0-F68065B8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91B9-EF44-6674-F99B-2FD00F79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BB4F0-799A-818C-9A12-3322D4023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C89A5-DEB6-33EC-2B32-B74B78741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6D27B-C9A3-FB6C-7EBC-C601C796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D6EEA3-DE7B-58C5-80B5-389EB474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93902-27F6-3FB9-1388-06A316AD4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0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16EB4-C1E6-3790-4EB8-CDFFC8D9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5B918B-FA11-EADD-E72C-8FDD184916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12C44-55E3-2BC2-2882-55B36CD1A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29986-665B-3EC5-E1C5-D8809AEB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F93E-7F6F-027A-AEDE-DE79F528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5A989-A8CC-DAE5-B79F-8165A49B5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98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4410-F1C9-2A10-9000-A3B3E570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2AB72C-FC0E-CA15-C136-FE8874A93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24E3-D665-C439-6686-3F4A8D62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D4B2-7511-398B-FDFE-9BA38F02F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42B4-415F-0CAF-75F5-ACFE65E8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533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9F034C-BC3B-3FC3-655F-FA1F1B5F3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3B617C-0513-F60C-988E-87D611F49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F2453-57A8-4B22-172A-412F79B8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DDEEE-FB15-C8C8-AA06-FA7E7459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95DD-CA44-C9DB-8B5E-7EC3FB1F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7B2C75-37D8-DFDF-DE14-2F3927B59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6E67D-0F21-DBB4-913E-F74B52551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67515-CF3F-4F3F-9B36-91C99DEA8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DA59F-3B65-4446-B3BD-55D703346412}" type="datetimeFigureOut">
              <a:rPr lang="en-US" smtClean="0"/>
              <a:t>4/17/2023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8D418-1254-30A4-B1C7-4F34C1322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65186-E635-B2C0-D88D-96D9562E25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AC025-DA9B-4EE1-90F5-306B5101C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4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6F403769-CEC2-A54B-1784-3CC37120B9BD}"/>
              </a:ext>
            </a:extLst>
          </p:cNvPr>
          <p:cNvSpPr/>
          <p:nvPr/>
        </p:nvSpPr>
        <p:spPr>
          <a:xfrm>
            <a:off x="4878795" y="4972364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FF82001-3924-69B5-8A37-397C06670274}"/>
              </a:ext>
            </a:extLst>
          </p:cNvPr>
          <p:cNvSpPr/>
          <p:nvPr/>
        </p:nvSpPr>
        <p:spPr>
          <a:xfrm>
            <a:off x="4878796" y="2929043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D067294-0B2A-AFFB-C932-00687F46B436}"/>
              </a:ext>
            </a:extLst>
          </p:cNvPr>
          <p:cNvSpPr/>
          <p:nvPr/>
        </p:nvSpPr>
        <p:spPr>
          <a:xfrm>
            <a:off x="4878800" y="877700"/>
            <a:ext cx="2935716" cy="1537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54690-752D-4465-CC90-D2760159CEF1}"/>
              </a:ext>
            </a:extLst>
          </p:cNvPr>
          <p:cNvSpPr/>
          <p:nvPr/>
        </p:nvSpPr>
        <p:spPr>
          <a:xfrm rot="16200000">
            <a:off x="-353489" y="1412001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449A4-50DE-AC88-BF8D-15E104C36251}"/>
              </a:ext>
            </a:extLst>
          </p:cNvPr>
          <p:cNvSpPr/>
          <p:nvPr/>
        </p:nvSpPr>
        <p:spPr>
          <a:xfrm>
            <a:off x="914394" y="674364"/>
            <a:ext cx="3689645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AAE8EC-393E-03A3-8376-473525A0321A}"/>
              </a:ext>
            </a:extLst>
          </p:cNvPr>
          <p:cNvSpPr/>
          <p:nvPr/>
        </p:nvSpPr>
        <p:spPr>
          <a:xfrm>
            <a:off x="914398" y="2207790"/>
            <a:ext cx="3689641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94AEFE-2A13-8EBE-6291-5E49CD90D526}"/>
              </a:ext>
            </a:extLst>
          </p:cNvPr>
          <p:cNvSpPr/>
          <p:nvPr/>
        </p:nvSpPr>
        <p:spPr>
          <a:xfrm>
            <a:off x="914396" y="1696648"/>
            <a:ext cx="3689643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927EF5-16F9-FEBA-CA7E-AA2EC5994126}"/>
              </a:ext>
            </a:extLst>
          </p:cNvPr>
          <p:cNvSpPr/>
          <p:nvPr/>
        </p:nvSpPr>
        <p:spPr>
          <a:xfrm>
            <a:off x="914395" y="1185506"/>
            <a:ext cx="3689644" cy="4066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0D0037-008A-1C85-1A69-E7A32FCE87B3}"/>
              </a:ext>
            </a:extLst>
          </p:cNvPr>
          <p:cNvSpPr/>
          <p:nvPr/>
        </p:nvSpPr>
        <p:spPr>
          <a:xfrm rot="16200000">
            <a:off x="-353489" y="3464193"/>
            <a:ext cx="1947722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0CE5EE-AE3E-73EA-E80A-AB9B73E1F214}"/>
              </a:ext>
            </a:extLst>
          </p:cNvPr>
          <p:cNvSpPr/>
          <p:nvPr/>
        </p:nvSpPr>
        <p:spPr>
          <a:xfrm>
            <a:off x="914394" y="2718932"/>
            <a:ext cx="3689641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A344C3-090E-7CEA-A840-4501D4FAB2B9}"/>
              </a:ext>
            </a:extLst>
          </p:cNvPr>
          <p:cNvSpPr/>
          <p:nvPr/>
        </p:nvSpPr>
        <p:spPr>
          <a:xfrm>
            <a:off x="914398" y="4252358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6 DB Nodes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630B8A-51ED-5B80-64B8-9AE4F64C5118}"/>
              </a:ext>
            </a:extLst>
          </p:cNvPr>
          <p:cNvSpPr/>
          <p:nvPr/>
        </p:nvSpPr>
        <p:spPr>
          <a:xfrm>
            <a:off x="914396" y="3741216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2FB0A5-16D8-014E-64C5-A4C19113CEEA}"/>
              </a:ext>
            </a:extLst>
          </p:cNvPr>
          <p:cNvSpPr/>
          <p:nvPr/>
        </p:nvSpPr>
        <p:spPr>
          <a:xfrm>
            <a:off x="914395" y="3230074"/>
            <a:ext cx="3689640" cy="40667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45C8B0-BE49-C6B1-C03D-B32675718EC0}"/>
              </a:ext>
            </a:extLst>
          </p:cNvPr>
          <p:cNvSpPr/>
          <p:nvPr/>
        </p:nvSpPr>
        <p:spPr>
          <a:xfrm rot="16200000">
            <a:off x="-353489" y="5508761"/>
            <a:ext cx="1947722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Baseline: 100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A08535-B28A-8585-28E2-559ADB793CBA}"/>
              </a:ext>
            </a:extLst>
          </p:cNvPr>
          <p:cNvSpPr/>
          <p:nvPr/>
        </p:nvSpPr>
        <p:spPr>
          <a:xfrm>
            <a:off x="914394" y="4763500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M1: </a:t>
            </a:r>
            <a:r>
              <a:rPr lang="en-US" dirty="0">
                <a:solidFill>
                  <a:schemeClr val="tx1"/>
                </a:solidFill>
              </a:rPr>
              <a:t>Middleware with 1 DB Node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906172B-A11D-ED32-440D-2F371F933A1F}"/>
              </a:ext>
            </a:extLst>
          </p:cNvPr>
          <p:cNvSpPr/>
          <p:nvPr/>
        </p:nvSpPr>
        <p:spPr>
          <a:xfrm>
            <a:off x="914398" y="6296926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M6: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3B4EBB-1BF6-EBA5-A50B-96F67E507E8E}"/>
              </a:ext>
            </a:extLst>
          </p:cNvPr>
          <p:cNvSpPr/>
          <p:nvPr/>
        </p:nvSpPr>
        <p:spPr>
          <a:xfrm>
            <a:off x="914396" y="5785784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M4: </a:t>
            </a:r>
            <a:r>
              <a:rPr lang="en-US" dirty="0">
                <a:solidFill>
                  <a:schemeClr val="tx1"/>
                </a:solidFill>
              </a:rPr>
              <a:t>Middleware with 4 DB Nodes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6E7E18D-2B54-040B-9F04-B61FD92BD29F}"/>
              </a:ext>
            </a:extLst>
          </p:cNvPr>
          <p:cNvSpPr/>
          <p:nvPr/>
        </p:nvSpPr>
        <p:spPr>
          <a:xfrm>
            <a:off x="914395" y="5274642"/>
            <a:ext cx="3689640" cy="4066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M2: </a:t>
            </a:r>
            <a:r>
              <a:rPr lang="en-US" dirty="0">
                <a:solidFill>
                  <a:schemeClr val="tx1"/>
                </a:solidFill>
              </a:rPr>
              <a:t>Middleware with 2 DB Nodes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B628C5-81AC-7608-A316-A307CA0CE95B}"/>
              </a:ext>
            </a:extLst>
          </p:cNvPr>
          <p:cNvSpPr txBox="1"/>
          <p:nvPr/>
        </p:nvSpPr>
        <p:spPr>
          <a:xfrm>
            <a:off x="4954364" y="1317435"/>
            <a:ext cx="241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</a:t>
            </a:r>
            <a:r>
              <a:rPr lang="en-US" dirty="0"/>
              <a:t> Client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10B860A-EFF4-F73A-F2AC-AA7752E92F8A}"/>
              </a:ext>
            </a:extLst>
          </p:cNvPr>
          <p:cNvCxnSpPr>
            <a:stCxn id="10" idx="3"/>
          </p:cNvCxnSpPr>
          <p:nvPr/>
        </p:nvCxnSpPr>
        <p:spPr>
          <a:xfrm>
            <a:off x="4604039" y="87770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2B554A-F636-E6F6-B7CB-7BAEBBE06A1E}"/>
              </a:ext>
            </a:extLst>
          </p:cNvPr>
          <p:cNvCxnSpPr/>
          <p:nvPr/>
        </p:nvCxnSpPr>
        <p:spPr>
          <a:xfrm>
            <a:off x="4604039" y="137348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64BC4A-7531-3011-CD47-FFFCED247CA0}"/>
              </a:ext>
            </a:extLst>
          </p:cNvPr>
          <p:cNvCxnSpPr/>
          <p:nvPr/>
        </p:nvCxnSpPr>
        <p:spPr>
          <a:xfrm>
            <a:off x="4604034" y="19013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D609948-97AE-EE52-5160-A28F350C4778}"/>
              </a:ext>
            </a:extLst>
          </p:cNvPr>
          <p:cNvCxnSpPr/>
          <p:nvPr/>
        </p:nvCxnSpPr>
        <p:spPr>
          <a:xfrm>
            <a:off x="4604034" y="2411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A86F8B-BDA2-8EE7-D04A-18125BC7D93F}"/>
              </a:ext>
            </a:extLst>
          </p:cNvPr>
          <p:cNvCxnSpPr/>
          <p:nvPr/>
        </p:nvCxnSpPr>
        <p:spPr>
          <a:xfrm>
            <a:off x="4878800" y="87770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A2E6F31-AE7E-9355-3142-83D9A1717A58}"/>
              </a:ext>
            </a:extLst>
          </p:cNvPr>
          <p:cNvCxnSpPr/>
          <p:nvPr/>
        </p:nvCxnSpPr>
        <p:spPr>
          <a:xfrm>
            <a:off x="4604039" y="293109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4D43DA-3E57-C6D9-CEA2-390AC857CB09}"/>
              </a:ext>
            </a:extLst>
          </p:cNvPr>
          <p:cNvCxnSpPr/>
          <p:nvPr/>
        </p:nvCxnSpPr>
        <p:spPr>
          <a:xfrm>
            <a:off x="4604039" y="3426872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7421028-CF43-EF67-314E-4F08634C8ED2}"/>
              </a:ext>
            </a:extLst>
          </p:cNvPr>
          <p:cNvCxnSpPr/>
          <p:nvPr/>
        </p:nvCxnSpPr>
        <p:spPr>
          <a:xfrm>
            <a:off x="4604034" y="3942743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3205F2F-A683-ADC3-083E-93B36B182FD8}"/>
              </a:ext>
            </a:extLst>
          </p:cNvPr>
          <p:cNvCxnSpPr/>
          <p:nvPr/>
        </p:nvCxnSpPr>
        <p:spPr>
          <a:xfrm>
            <a:off x="4604034" y="446451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9A6E91-97B0-8527-971E-B6FF6267CE79}"/>
              </a:ext>
            </a:extLst>
          </p:cNvPr>
          <p:cNvCxnSpPr/>
          <p:nvPr/>
        </p:nvCxnSpPr>
        <p:spPr>
          <a:xfrm>
            <a:off x="4878800" y="2931090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9624EFD-380C-16CB-22B0-492206F9B0B1}"/>
              </a:ext>
            </a:extLst>
          </p:cNvPr>
          <p:cNvCxnSpPr/>
          <p:nvPr/>
        </p:nvCxnSpPr>
        <p:spPr>
          <a:xfrm>
            <a:off x="4604039" y="4976458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DAE692-CE00-4876-99F5-86B648DC33F5}"/>
              </a:ext>
            </a:extLst>
          </p:cNvPr>
          <p:cNvCxnSpPr/>
          <p:nvPr/>
        </p:nvCxnSpPr>
        <p:spPr>
          <a:xfrm>
            <a:off x="4604039" y="5472240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6CDC5B7-263A-BC77-4162-305F05376665}"/>
              </a:ext>
            </a:extLst>
          </p:cNvPr>
          <p:cNvCxnSpPr/>
          <p:nvPr/>
        </p:nvCxnSpPr>
        <p:spPr>
          <a:xfrm>
            <a:off x="4604034" y="5994126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0B0EFF2-AD42-1FD4-F3C8-12618B10952D}"/>
              </a:ext>
            </a:extLst>
          </p:cNvPr>
          <p:cNvCxnSpPr/>
          <p:nvPr/>
        </p:nvCxnSpPr>
        <p:spPr>
          <a:xfrm>
            <a:off x="4604034" y="6509884"/>
            <a:ext cx="274766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F83083-E840-438F-D2F7-4686B1603887}"/>
              </a:ext>
            </a:extLst>
          </p:cNvPr>
          <p:cNvCxnSpPr/>
          <p:nvPr/>
        </p:nvCxnSpPr>
        <p:spPr>
          <a:xfrm>
            <a:off x="4878800" y="4976458"/>
            <a:ext cx="0" cy="153342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A2896CC-C630-3813-D609-0617E3D9A192}"/>
              </a:ext>
            </a:extLst>
          </p:cNvPr>
          <p:cNvSpPr txBox="1"/>
          <p:nvPr/>
        </p:nvSpPr>
        <p:spPr>
          <a:xfrm>
            <a:off x="4954365" y="3369627"/>
            <a:ext cx="2414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</a:t>
            </a:r>
            <a:r>
              <a:rPr lang="en-US" dirty="0"/>
              <a:t> Client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28D276-F7BA-3273-8018-5843851A667D}"/>
              </a:ext>
            </a:extLst>
          </p:cNvPr>
          <p:cNvSpPr txBox="1"/>
          <p:nvPr/>
        </p:nvSpPr>
        <p:spPr>
          <a:xfrm>
            <a:off x="4954364" y="5401565"/>
            <a:ext cx="2414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Middleware(M) connected to </a:t>
            </a:r>
            <a:r>
              <a:rPr lang="en-US" b="1" dirty="0"/>
              <a:t>100</a:t>
            </a:r>
            <a:r>
              <a:rPr lang="en-US" dirty="0"/>
              <a:t> Client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4378FB-849D-9E1C-3243-B13A992DD1EA}"/>
              </a:ext>
            </a:extLst>
          </p:cNvPr>
          <p:cNvSpPr/>
          <p:nvPr/>
        </p:nvSpPr>
        <p:spPr>
          <a:xfrm>
            <a:off x="8837195" y="2051384"/>
            <a:ext cx="2805363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4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FE87C016-A7AE-E8F2-FA79-6549E898B303}"/>
              </a:ext>
            </a:extLst>
          </p:cNvPr>
          <p:cNvSpPr/>
          <p:nvPr/>
        </p:nvSpPr>
        <p:spPr>
          <a:xfrm>
            <a:off x="60158" y="129682"/>
            <a:ext cx="4385510" cy="11254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B7D2BEA5-CBF9-564E-F6F6-BD5C11D75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546" y="3226136"/>
            <a:ext cx="1739900" cy="1739900"/>
          </a:xfrm>
          <a:prstGeom prst="rect">
            <a:avLst/>
          </a:prstGeom>
        </p:spPr>
      </p:pic>
      <p:pic>
        <p:nvPicPr>
          <p:cNvPr id="17" name="Graphic 16" descr="Database outline">
            <a:extLst>
              <a:ext uri="{FF2B5EF4-FFF2-40B4-BE49-F238E27FC236}">
                <a16:creationId xmlns:a16="http://schemas.microsoft.com/office/drawing/2014/main" id="{82F0AE04-4C42-F8D1-D015-0BB992E6D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1567450"/>
            <a:ext cx="1219200" cy="12192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126A1E-496F-D5B5-F316-FA58380B68A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2182446" y="4096086"/>
            <a:ext cx="1527007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5889C2C-7449-3D49-CE54-39E5B8CE7E1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138111" y="2177050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Database outline">
            <a:extLst>
              <a:ext uri="{FF2B5EF4-FFF2-40B4-BE49-F238E27FC236}">
                <a16:creationId xmlns:a16="http://schemas.microsoft.com/office/drawing/2014/main" id="{116356C6-DB30-18F6-C99B-FE601163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2855831"/>
            <a:ext cx="1219200" cy="12192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E4B0EB-55E7-F7AA-1B64-52F222801276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6138111" y="3465431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phic 34" descr="Database outline">
            <a:extLst>
              <a:ext uri="{FF2B5EF4-FFF2-40B4-BE49-F238E27FC236}">
                <a16:creationId xmlns:a16="http://schemas.microsoft.com/office/drawing/2014/main" id="{F2D80445-553F-8419-01C6-AC2E8B335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4144212"/>
            <a:ext cx="1219200" cy="121920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34C74B-8679-CD32-1902-72115DC6F73F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6138111" y="4753812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Database outline">
            <a:extLst>
              <a:ext uri="{FF2B5EF4-FFF2-40B4-BE49-F238E27FC236}">
                <a16:creationId xmlns:a16="http://schemas.microsoft.com/office/drawing/2014/main" id="{8690CF4C-DE42-6727-57D2-0E9275DC3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0653" y="5432593"/>
            <a:ext cx="1219200" cy="12192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23DAB8-379A-9509-E3A9-BADC91757E72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6138111" y="6042193"/>
            <a:ext cx="2992542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B4F6059-9D9B-BAA5-4348-312AABC86BC8}"/>
              </a:ext>
            </a:extLst>
          </p:cNvPr>
          <p:cNvSpPr/>
          <p:nvPr/>
        </p:nvSpPr>
        <p:spPr>
          <a:xfrm>
            <a:off x="3709453" y="1463854"/>
            <a:ext cx="2428658" cy="52644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Middleware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A87D8F-3B44-6D5F-5B4D-A116BE47D5E2}"/>
              </a:ext>
            </a:extLst>
          </p:cNvPr>
          <p:cNvSpPr txBox="1"/>
          <p:nvPr/>
        </p:nvSpPr>
        <p:spPr>
          <a:xfrm>
            <a:off x="10296379" y="1931953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80A527-7189-0F4B-3D6D-C4A733BD938E}"/>
              </a:ext>
            </a:extLst>
          </p:cNvPr>
          <p:cNvSpPr txBox="1"/>
          <p:nvPr/>
        </p:nvSpPr>
        <p:spPr>
          <a:xfrm>
            <a:off x="10296379" y="3239248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Redis DB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57371E-C1C4-3DFF-CE39-209FB4ED10C0}"/>
              </a:ext>
            </a:extLst>
          </p:cNvPr>
          <p:cNvSpPr txBox="1"/>
          <p:nvPr/>
        </p:nvSpPr>
        <p:spPr>
          <a:xfrm>
            <a:off x="10331918" y="4504065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Redis DB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14F81E-668E-604D-F966-A81F138BB45D}"/>
              </a:ext>
            </a:extLst>
          </p:cNvPr>
          <p:cNvSpPr txBox="1"/>
          <p:nvPr/>
        </p:nvSpPr>
        <p:spPr>
          <a:xfrm>
            <a:off x="10296379" y="5811360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 Redis DB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D41850-7E08-4BC6-DADA-37DBEB576F86}"/>
              </a:ext>
            </a:extLst>
          </p:cNvPr>
          <p:cNvSpPr txBox="1"/>
          <p:nvPr/>
        </p:nvSpPr>
        <p:spPr>
          <a:xfrm>
            <a:off x="6227002" y="3096099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AF61E0B-0E3C-06E5-2714-41EA1FC78169}"/>
              </a:ext>
            </a:extLst>
          </p:cNvPr>
          <p:cNvSpPr txBox="1"/>
          <p:nvPr/>
        </p:nvSpPr>
        <p:spPr>
          <a:xfrm>
            <a:off x="6227001" y="1773128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6BC3173-CCE2-9B25-C9E2-DAB627574F6B}"/>
              </a:ext>
            </a:extLst>
          </p:cNvPr>
          <p:cNvSpPr txBox="1"/>
          <p:nvPr/>
        </p:nvSpPr>
        <p:spPr>
          <a:xfrm>
            <a:off x="6227001" y="4384480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F955E86-EC5D-D3EE-5BFD-097123C0568E}"/>
              </a:ext>
            </a:extLst>
          </p:cNvPr>
          <p:cNvSpPr txBox="1"/>
          <p:nvPr/>
        </p:nvSpPr>
        <p:spPr>
          <a:xfrm>
            <a:off x="6227000" y="5672861"/>
            <a:ext cx="2955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with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2115EF-8B21-E220-89CB-32C890BD97E3}"/>
              </a:ext>
            </a:extLst>
          </p:cNvPr>
          <p:cNvSpPr txBox="1"/>
          <p:nvPr/>
        </p:nvSpPr>
        <p:spPr>
          <a:xfrm>
            <a:off x="761491" y="4709802"/>
            <a:ext cx="1102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4D7617E-475A-0AEB-979C-8C84954242FE}"/>
              </a:ext>
            </a:extLst>
          </p:cNvPr>
          <p:cNvSpPr/>
          <p:nvPr/>
        </p:nvSpPr>
        <p:spPr>
          <a:xfrm rot="16200000">
            <a:off x="26334" y="492074"/>
            <a:ext cx="885552" cy="392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Baseline: 1 </a:t>
            </a:r>
          </a:p>
        </p:txBody>
      </p:sp>
      <p:pic>
        <p:nvPicPr>
          <p:cNvPr id="81" name="Graphic 80" descr="User outline">
            <a:extLst>
              <a:ext uri="{FF2B5EF4-FFF2-40B4-BE49-F238E27FC236}">
                <a16:creationId xmlns:a16="http://schemas.microsoft.com/office/drawing/2014/main" id="{021138E1-776E-134A-4497-7C6CE9E92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033" y="247430"/>
            <a:ext cx="951112" cy="951112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A3D37F1-4386-8746-67BA-92044C4F3769}"/>
              </a:ext>
            </a:extLst>
          </p:cNvPr>
          <p:cNvCxnSpPr>
            <a:cxnSpLocks/>
            <a:stCxn id="81" idx="3"/>
            <a:endCxn id="85" idx="1"/>
          </p:cNvCxnSpPr>
          <p:nvPr/>
        </p:nvCxnSpPr>
        <p:spPr>
          <a:xfrm>
            <a:off x="1813145" y="722986"/>
            <a:ext cx="948103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Graphic 84" descr="Database outline">
            <a:extLst>
              <a:ext uri="{FF2B5EF4-FFF2-40B4-BE49-F238E27FC236}">
                <a16:creationId xmlns:a16="http://schemas.microsoft.com/office/drawing/2014/main" id="{7793125E-1A0A-AB9B-CD1E-AEF80A600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1248" y="280210"/>
            <a:ext cx="885552" cy="88555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728E675-21CF-613F-15B3-095DC8C507B6}"/>
              </a:ext>
            </a:extLst>
          </p:cNvPr>
          <p:cNvSpPr txBox="1"/>
          <p:nvPr/>
        </p:nvSpPr>
        <p:spPr>
          <a:xfrm>
            <a:off x="987931" y="978092"/>
            <a:ext cx="699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CLIENT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2FE4E27-A75E-5F2E-E088-8F7B55B28BE4}"/>
              </a:ext>
            </a:extLst>
          </p:cNvPr>
          <p:cNvSpPr txBox="1"/>
          <p:nvPr/>
        </p:nvSpPr>
        <p:spPr>
          <a:xfrm>
            <a:off x="3494214" y="600480"/>
            <a:ext cx="845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 Redis DB</a:t>
            </a:r>
          </a:p>
        </p:txBody>
      </p:sp>
    </p:spTree>
    <p:extLst>
      <p:ext uri="{BB962C8B-B14F-4D97-AF65-F5344CB8AC3E}">
        <p14:creationId xmlns:p14="http://schemas.microsoft.com/office/powerpoint/2010/main" val="23194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92518A96-E6F5-2086-FC03-4DC578829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3422" y="1055581"/>
            <a:ext cx="951112" cy="9511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6" idx="3"/>
            <a:endCxn id="39" idx="2"/>
          </p:cNvCxnSpPr>
          <p:nvPr/>
        </p:nvCxnSpPr>
        <p:spPr>
          <a:xfrm>
            <a:off x="4144534" y="1531137"/>
            <a:ext cx="3543558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03050"/>
            <a:ext cx="12823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688092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9" name="Graphic 48" descr="User outline">
              <a:extLst>
                <a:ext uri="{FF2B5EF4-FFF2-40B4-BE49-F238E27FC236}">
                  <a16:creationId xmlns:a16="http://schemas.microsoft.com/office/drawing/2014/main" id="{8D93F8C0-67AC-6B27-8902-A7C2151EE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97562" y="3773778"/>
              <a:ext cx="951112" cy="95111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3031956" y="4793300"/>
              <a:ext cx="12823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 Client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13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02706" y="1531137"/>
            <a:ext cx="338292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7816" y="2150680"/>
            <a:ext cx="1471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885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74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3043989" y="481527"/>
            <a:ext cx="6104022" cy="2274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4433186" y="1531137"/>
            <a:ext cx="3352442" cy="6096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7543108" y="2215762"/>
            <a:ext cx="1501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3026324" y="2151064"/>
            <a:ext cx="1621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100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122139" y="165134"/>
            <a:ext cx="1947722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Baseline: 100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7785628" y="957992"/>
            <a:ext cx="1211791" cy="114629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2017506" y="3329477"/>
            <a:ext cx="8156987" cy="2344692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24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2" y="4834753"/>
              <a:ext cx="17246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/>
                <a:t>100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9334" y="890307"/>
            <a:ext cx="1293852" cy="12938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DB4FB6-5FAE-055D-F3B6-40F8A557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32" y="3740590"/>
            <a:ext cx="1292464" cy="12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4614911" y="1928713"/>
            <a:ext cx="2951652" cy="1202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5286669" y="2483767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6790499" y="2845810"/>
            <a:ext cx="650461" cy="224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4606368" y="2811596"/>
            <a:ext cx="7838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10</a:t>
            </a:r>
            <a:r>
              <a:rPr lang="en-US" sz="1100" dirty="0"/>
              <a:t>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619818" y="1761398"/>
            <a:ext cx="941838" cy="24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Baseline: </a:t>
            </a:r>
            <a:r>
              <a:rPr lang="en-US" sz="1100" b="1" dirty="0"/>
              <a:t>10</a:t>
            </a:r>
            <a:r>
              <a:rPr lang="en-US" sz="1100" dirty="0"/>
              <a:t>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6907771" y="2180677"/>
            <a:ext cx="585972" cy="60618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baseline="-25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438949-692E-B6EA-937C-9034B6AB0739}"/>
              </a:ext>
            </a:extLst>
          </p:cNvPr>
          <p:cNvGrpSpPr/>
          <p:nvPr/>
        </p:nvGrpSpPr>
        <p:grpSpPr>
          <a:xfrm>
            <a:off x="4118546" y="3434764"/>
            <a:ext cx="3944381" cy="1239918"/>
            <a:chOff x="2275274" y="3362009"/>
            <a:chExt cx="8156987" cy="23446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5CFA89-5ED1-6EF6-EF65-149AFDC9558D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/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A90747E-0975-BC28-E8E3-F3B1CD25AB05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D7271D6-A0CA-8279-ABB2-FC477AF397DF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2D7FDCC-E464-47CC-8755-6475090CB4EA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9732DF8-CE82-42C0-C3CF-95E2C5A65079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D4A040A-20CC-74FD-8CB3-27B873B738F1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1739A0E-C6EE-0A93-500C-B37C6CE62B04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A4BC209-BEF8-B9C4-7FBC-267133D8C4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7F28579-1172-38F7-DE06-F3AD217382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102B57F-E89B-29CE-680A-F485332FDD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80EF799-E02A-75AA-0010-4FB7D671E0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9A02EBE-BA28-02CA-8C60-5329DDC4E5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99615AB-1291-F786-0FA5-CEC4DB379017}"/>
                </a:ext>
              </a:extLst>
            </p:cNvPr>
            <p:cNvSpPr txBox="1"/>
            <p:nvPr/>
          </p:nvSpPr>
          <p:spPr>
            <a:xfrm>
              <a:off x="2880801" y="4834753"/>
              <a:ext cx="1724660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</a:t>
              </a:r>
              <a:r>
                <a:rPr lang="en-US" sz="1100" dirty="0"/>
                <a:t> Clients</a:t>
              </a:r>
            </a:p>
          </p:txBody>
        </p:sp>
      </p:grp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1016" y="2144883"/>
            <a:ext cx="625653" cy="684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874CCA0-2FDF-AFB4-0A3D-E05C76961BFF}"/>
              </a:ext>
            </a:extLst>
          </p:cNvPr>
          <p:cNvSpPr/>
          <p:nvPr/>
        </p:nvSpPr>
        <p:spPr>
          <a:xfrm>
            <a:off x="8657805" y="1928713"/>
            <a:ext cx="2951652" cy="1202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B59AE0-7270-BC7D-C8EA-95F3A54BDCE1}"/>
              </a:ext>
            </a:extLst>
          </p:cNvPr>
          <p:cNvCxnSpPr>
            <a:cxnSpLocks/>
            <a:stCxn id="30" idx="3"/>
            <a:endCxn id="28" idx="2"/>
          </p:cNvCxnSpPr>
          <p:nvPr/>
        </p:nvCxnSpPr>
        <p:spPr>
          <a:xfrm flipV="1">
            <a:off x="9329563" y="2483767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273E56B-0FD7-8BC9-BC16-5A82BB0B95B2}"/>
              </a:ext>
            </a:extLst>
          </p:cNvPr>
          <p:cNvSpPr txBox="1"/>
          <p:nvPr/>
        </p:nvSpPr>
        <p:spPr>
          <a:xfrm>
            <a:off x="10833393" y="2845810"/>
            <a:ext cx="650461" cy="224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Redis DB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77004E-0D9D-B40D-200F-F6F5F947E39A}"/>
              </a:ext>
            </a:extLst>
          </p:cNvPr>
          <p:cNvSpPr txBox="1"/>
          <p:nvPr/>
        </p:nvSpPr>
        <p:spPr>
          <a:xfrm>
            <a:off x="8629159" y="2811596"/>
            <a:ext cx="8604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100</a:t>
            </a:r>
            <a:r>
              <a:rPr lang="en-US" sz="1100" dirty="0"/>
              <a:t> Clients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81223EC-5186-D297-2152-DA400351072B}"/>
              </a:ext>
            </a:extLst>
          </p:cNvPr>
          <p:cNvSpPr/>
          <p:nvPr/>
        </p:nvSpPr>
        <p:spPr>
          <a:xfrm>
            <a:off x="9662712" y="1761398"/>
            <a:ext cx="941838" cy="24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Baseline: </a:t>
            </a:r>
            <a:r>
              <a:rPr lang="en-US" sz="1100" b="1" dirty="0"/>
              <a:t>100</a:t>
            </a:r>
            <a:r>
              <a:rPr lang="en-US" sz="1100" dirty="0"/>
              <a:t> </a:t>
            </a:r>
          </a:p>
        </p:txBody>
      </p:sp>
      <p:sp>
        <p:nvSpPr>
          <p:cNvPr id="28" name="Cylinder 27">
            <a:extLst>
              <a:ext uri="{FF2B5EF4-FFF2-40B4-BE49-F238E27FC236}">
                <a16:creationId xmlns:a16="http://schemas.microsoft.com/office/drawing/2014/main" id="{9C876A50-E586-CB01-91DA-1EF280319487}"/>
              </a:ext>
            </a:extLst>
          </p:cNvPr>
          <p:cNvSpPr/>
          <p:nvPr/>
        </p:nvSpPr>
        <p:spPr>
          <a:xfrm>
            <a:off x="10950665" y="2180677"/>
            <a:ext cx="585972" cy="60618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baseline="-25000" dirty="0">
              <a:solidFill>
                <a:schemeClr val="tx1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949C1C7-90AF-2069-C98E-E4CF9D7A16E6}"/>
              </a:ext>
            </a:extLst>
          </p:cNvPr>
          <p:cNvGrpSpPr/>
          <p:nvPr/>
        </p:nvGrpSpPr>
        <p:grpSpPr>
          <a:xfrm>
            <a:off x="8161440" y="3434764"/>
            <a:ext cx="3944381" cy="1239918"/>
            <a:chOff x="2275274" y="3362009"/>
            <a:chExt cx="8156987" cy="234469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F29D0E1-7E5E-633D-2B0E-FD01D948E88A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91C9108-3A8E-143F-4C31-35F4B5015B2A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76B9D14-B3A7-F64B-FF7C-3A43BE7FA34A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292B0C5-B283-82DB-2F6B-94E45587A8D2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A64FED9-F964-AD50-0387-34C379A21976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DCB1CBAB-8DEA-346F-BFA5-B51893063993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C17F6FD-89D4-0304-7D8A-69061F231B35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DB5BEEF-90D2-1384-2CC8-6D185E3A8A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ADAF556-B404-E8D8-3D51-589EA787C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2981B47-C223-AE4B-6028-2203BD6CD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B5D075F2-1FF7-D162-EA18-D90478B380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8D63C9AD-4AD2-37EB-E360-D5B1CB5ABC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9DE0E1B-8086-558C-7980-22182C2EE7F8}"/>
                </a:ext>
              </a:extLst>
            </p:cNvPr>
            <p:cNvSpPr txBox="1"/>
            <p:nvPr/>
          </p:nvSpPr>
          <p:spPr>
            <a:xfrm>
              <a:off x="2880801" y="4834753"/>
              <a:ext cx="1724660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100</a:t>
              </a:r>
              <a:r>
                <a:rPr lang="en-US" sz="1100" dirty="0"/>
                <a:t> Clients</a:t>
              </a:r>
            </a:p>
          </p:txBody>
        </p:sp>
      </p:grpSp>
      <p:pic>
        <p:nvPicPr>
          <p:cNvPr id="30" name="Graphic 29" descr="Users outline">
            <a:extLst>
              <a:ext uri="{FF2B5EF4-FFF2-40B4-BE49-F238E27FC236}">
                <a16:creationId xmlns:a16="http://schemas.microsoft.com/office/drawing/2014/main" id="{53646AF6-3545-E7F3-803D-CC0774BF2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3910" y="2144883"/>
            <a:ext cx="625653" cy="684214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A55857A1-FFAB-6B85-5953-C0423F13F4A7}"/>
              </a:ext>
            </a:extLst>
          </p:cNvPr>
          <p:cNvSpPr/>
          <p:nvPr/>
        </p:nvSpPr>
        <p:spPr>
          <a:xfrm>
            <a:off x="578462" y="1928713"/>
            <a:ext cx="2951652" cy="1202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35B3D3-DE2D-AA86-C4A7-05D530641AB6}"/>
              </a:ext>
            </a:extLst>
          </p:cNvPr>
          <p:cNvCxnSpPr>
            <a:cxnSpLocks/>
            <a:stCxn id="73" idx="3"/>
            <a:endCxn id="56" idx="2"/>
          </p:cNvCxnSpPr>
          <p:nvPr/>
        </p:nvCxnSpPr>
        <p:spPr>
          <a:xfrm>
            <a:off x="1137703" y="2483767"/>
            <a:ext cx="1733619" cy="0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B930344-5AC0-04BD-D8B1-B85ABAD45FDD}"/>
              </a:ext>
            </a:extLst>
          </p:cNvPr>
          <p:cNvSpPr txBox="1"/>
          <p:nvPr/>
        </p:nvSpPr>
        <p:spPr>
          <a:xfrm>
            <a:off x="2754050" y="2845810"/>
            <a:ext cx="650461" cy="224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Redis DB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983546-C816-8B6D-6443-CA326C21262B}"/>
              </a:ext>
            </a:extLst>
          </p:cNvPr>
          <p:cNvSpPr txBox="1"/>
          <p:nvPr/>
        </p:nvSpPr>
        <p:spPr>
          <a:xfrm>
            <a:off x="512782" y="2786857"/>
            <a:ext cx="7838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1</a:t>
            </a:r>
            <a:r>
              <a:rPr lang="en-US" sz="1100" dirty="0"/>
              <a:t> Client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17CD095-5A1F-8C94-967A-E9D46D5D1D7F}"/>
              </a:ext>
            </a:extLst>
          </p:cNvPr>
          <p:cNvSpPr/>
          <p:nvPr/>
        </p:nvSpPr>
        <p:spPr>
          <a:xfrm>
            <a:off x="1583369" y="1761398"/>
            <a:ext cx="941838" cy="24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Baseline: </a:t>
            </a:r>
            <a:r>
              <a:rPr lang="en-US" sz="1100" b="1" dirty="0"/>
              <a:t>1</a:t>
            </a:r>
            <a:r>
              <a:rPr lang="en-US" sz="1100" dirty="0"/>
              <a:t> 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200E64DC-75A1-D79B-6727-C3B0336D5163}"/>
              </a:ext>
            </a:extLst>
          </p:cNvPr>
          <p:cNvSpPr/>
          <p:nvPr/>
        </p:nvSpPr>
        <p:spPr>
          <a:xfrm>
            <a:off x="2871322" y="2180677"/>
            <a:ext cx="585972" cy="60618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baseline="-25000" dirty="0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726141B-4138-2CD6-27B2-7A841B158E40}"/>
              </a:ext>
            </a:extLst>
          </p:cNvPr>
          <p:cNvGrpSpPr/>
          <p:nvPr/>
        </p:nvGrpSpPr>
        <p:grpSpPr>
          <a:xfrm>
            <a:off x="82097" y="3434764"/>
            <a:ext cx="3944381" cy="1239918"/>
            <a:chOff x="2275274" y="3362009"/>
            <a:chExt cx="8156987" cy="234469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159BE30-8805-CA88-B63C-80EFF17B24A6}"/>
                </a:ext>
              </a:extLst>
            </p:cNvPr>
            <p:cNvSpPr/>
            <p:nvPr/>
          </p:nvSpPr>
          <p:spPr>
            <a:xfrm>
              <a:off x="2275274" y="3783073"/>
              <a:ext cx="2935716" cy="1537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68D00D8-4435-0DDF-F4A5-59CBDC8C3C73}"/>
                </a:ext>
              </a:extLst>
            </p:cNvPr>
            <p:cNvGrpSpPr/>
            <p:nvPr/>
          </p:nvGrpSpPr>
          <p:grpSpPr>
            <a:xfrm>
              <a:off x="5868443" y="3362009"/>
              <a:ext cx="4563818" cy="2344692"/>
              <a:chOff x="3374855" y="3152874"/>
              <a:chExt cx="3689645" cy="1940098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BC6A55E-6922-C37E-F358-CC1829CAC673}"/>
                  </a:ext>
                </a:extLst>
              </p:cNvPr>
              <p:cNvSpPr/>
              <p:nvPr/>
            </p:nvSpPr>
            <p:spPr>
              <a:xfrm>
                <a:off x="3374855" y="3152874"/>
                <a:ext cx="3689645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M:1 -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1 Redis DB 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83DB4D9-55CC-1403-A208-507EBF822BD6}"/>
                  </a:ext>
                </a:extLst>
              </p:cNvPr>
              <p:cNvSpPr/>
              <p:nvPr/>
            </p:nvSpPr>
            <p:spPr>
              <a:xfrm>
                <a:off x="3374859" y="4686300"/>
                <a:ext cx="3689641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M:6 -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6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31ABADB-EA09-8B2D-A429-AC54275A4EBD}"/>
                  </a:ext>
                </a:extLst>
              </p:cNvPr>
              <p:cNvSpPr/>
              <p:nvPr/>
            </p:nvSpPr>
            <p:spPr>
              <a:xfrm>
                <a:off x="3374857" y="4175158"/>
                <a:ext cx="3689643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M:4 -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4 Redis DB </a:t>
                </a:r>
                <a:endParaRPr lang="en-US" sz="11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5C5135E-215A-D6FC-5F28-3665D8CF981B}"/>
                  </a:ext>
                </a:extLst>
              </p:cNvPr>
              <p:cNvSpPr/>
              <p:nvPr/>
            </p:nvSpPr>
            <p:spPr>
              <a:xfrm>
                <a:off x="3374856" y="3664016"/>
                <a:ext cx="3689644" cy="40667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100" b="1" dirty="0">
                    <a:solidFill>
                      <a:schemeClr val="tx1"/>
                    </a:solidFill>
                  </a:rPr>
                  <a:t>M:2 - </a:t>
                </a:r>
                <a:r>
                  <a:rPr lang="en-US" sz="1100" dirty="0">
                    <a:solidFill>
                      <a:schemeClr val="tx1"/>
                    </a:solidFill>
                  </a:rPr>
                  <a:t>Middleware with 2 Redis DB 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8D65566-2E4B-3B93-58BE-512EF14B16E5}"/>
                </a:ext>
              </a:extLst>
            </p:cNvPr>
            <p:cNvGrpSpPr/>
            <p:nvPr/>
          </p:nvGrpSpPr>
          <p:grpSpPr>
            <a:xfrm rot="10800000">
              <a:off x="5211003" y="3646006"/>
              <a:ext cx="657440" cy="1814954"/>
              <a:chOff x="7064495" y="3356210"/>
              <a:chExt cx="274772" cy="1533426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F0C3ABA8-3F7C-B863-76B4-515031DF2B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1" y="3358999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A09CBFD0-BFD7-0AAB-E196-49504A9D0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500" y="3851992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EC0CE414-0CC7-3E63-D04C-FA1AB1A212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379894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7BB123C2-D84F-4E1D-A99A-99D190C9B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4495" y="4889636"/>
                <a:ext cx="274766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D20E0EB-1910-1824-7ECA-3B642F947E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9261" y="3356210"/>
                <a:ext cx="0" cy="1533426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E33846A-014D-72E8-39B5-6A1E35B6A1FA}"/>
                </a:ext>
              </a:extLst>
            </p:cNvPr>
            <p:cNvSpPr txBox="1"/>
            <p:nvPr/>
          </p:nvSpPr>
          <p:spPr>
            <a:xfrm>
              <a:off x="2880801" y="4834753"/>
              <a:ext cx="1724660" cy="49470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dirty="0"/>
                <a:t>1</a:t>
              </a:r>
              <a:r>
                <a:rPr lang="en-US" sz="1100" dirty="0"/>
                <a:t> Client</a:t>
              </a:r>
            </a:p>
          </p:txBody>
        </p:sp>
      </p:grpSp>
      <p:pic>
        <p:nvPicPr>
          <p:cNvPr id="73" name="Graphic 72" descr="User outline">
            <a:extLst>
              <a:ext uri="{FF2B5EF4-FFF2-40B4-BE49-F238E27FC236}">
                <a16:creationId xmlns:a16="http://schemas.microsoft.com/office/drawing/2014/main" id="{C94AD509-D383-2929-8FF6-D200C398E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748" y="2250789"/>
            <a:ext cx="465955" cy="465955"/>
          </a:xfrm>
          <a:prstGeom prst="rect">
            <a:avLst/>
          </a:prstGeom>
        </p:spPr>
      </p:pic>
      <p:pic>
        <p:nvPicPr>
          <p:cNvPr id="98" name="Graphic 97" descr="User outline">
            <a:extLst>
              <a:ext uri="{FF2B5EF4-FFF2-40B4-BE49-F238E27FC236}">
                <a16:creationId xmlns:a16="http://schemas.microsoft.com/office/drawing/2014/main" id="{F4434438-41CB-2CF9-4735-5A40F84AF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952" y="3768461"/>
            <a:ext cx="465955" cy="465955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94EF401-0EFD-F403-1003-7E76A2921E69}"/>
              </a:ext>
            </a:extLst>
          </p:cNvPr>
          <p:cNvSpPr txBox="1"/>
          <p:nvPr/>
        </p:nvSpPr>
        <p:spPr>
          <a:xfrm>
            <a:off x="82097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1</a:t>
            </a:r>
            <a:endParaRPr lang="en-US" sz="11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E020D0E-95B1-79A7-2895-49D940D08751}"/>
              </a:ext>
            </a:extLst>
          </p:cNvPr>
          <p:cNvSpPr txBox="1"/>
          <p:nvPr/>
        </p:nvSpPr>
        <p:spPr>
          <a:xfrm>
            <a:off x="4125029" y="4808451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2</a:t>
            </a:r>
            <a:endParaRPr lang="en-US" sz="11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64F5EC4-50AB-2E5F-4414-7AA720C4DDFF}"/>
              </a:ext>
            </a:extLst>
          </p:cNvPr>
          <p:cNvSpPr txBox="1"/>
          <p:nvPr/>
        </p:nvSpPr>
        <p:spPr>
          <a:xfrm>
            <a:off x="8167923" y="4803018"/>
            <a:ext cx="3944381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3</a:t>
            </a:r>
            <a:endParaRPr lang="en-US" sz="1100" dirty="0"/>
          </a:p>
        </p:txBody>
      </p:sp>
      <p:pic>
        <p:nvPicPr>
          <p:cNvPr id="5" name="Graphic 4" descr="Users outline">
            <a:extLst>
              <a:ext uri="{FF2B5EF4-FFF2-40B4-BE49-F238E27FC236}">
                <a16:creationId xmlns:a16="http://schemas.microsoft.com/office/drawing/2014/main" id="{481C302D-082E-8F09-B917-7D941378E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2295" y="3660170"/>
            <a:ext cx="625653" cy="684214"/>
          </a:xfrm>
          <a:prstGeom prst="rect">
            <a:avLst/>
          </a:prstGeom>
        </p:spPr>
      </p:pic>
      <p:pic>
        <p:nvPicPr>
          <p:cNvPr id="6" name="Graphic 5" descr="Users outline">
            <a:extLst>
              <a:ext uri="{FF2B5EF4-FFF2-40B4-BE49-F238E27FC236}">
                <a16:creationId xmlns:a16="http://schemas.microsoft.com/office/drawing/2014/main" id="{BBF700AD-0C12-F9FC-993E-C14124EC2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8408" y="3660170"/>
            <a:ext cx="625653" cy="6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B4F7F5-4B33-9810-04EA-A230F1B66464}"/>
              </a:ext>
            </a:extLst>
          </p:cNvPr>
          <p:cNvSpPr/>
          <p:nvPr/>
        </p:nvSpPr>
        <p:spPr>
          <a:xfrm>
            <a:off x="4515850" y="1928713"/>
            <a:ext cx="3106155" cy="12029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D4CC3-050D-A534-61F1-4B81456A769E}"/>
              </a:ext>
            </a:extLst>
          </p:cNvPr>
          <p:cNvCxnSpPr>
            <a:cxnSpLocks/>
            <a:stCxn id="2" idx="3"/>
            <a:endCxn id="39" idx="2"/>
          </p:cNvCxnSpPr>
          <p:nvPr/>
        </p:nvCxnSpPr>
        <p:spPr>
          <a:xfrm flipV="1">
            <a:off x="5286669" y="2483767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88E331-B538-6438-5B51-F9B82C1CAF1C}"/>
              </a:ext>
            </a:extLst>
          </p:cNvPr>
          <p:cNvSpPr txBox="1"/>
          <p:nvPr/>
        </p:nvSpPr>
        <p:spPr>
          <a:xfrm>
            <a:off x="6790499" y="2845810"/>
            <a:ext cx="650461" cy="224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 Redis 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1DF6-4C9E-EA0A-B5B4-D76B1ABA2E2A}"/>
              </a:ext>
            </a:extLst>
          </p:cNvPr>
          <p:cNvSpPr txBox="1"/>
          <p:nvPr/>
        </p:nvSpPr>
        <p:spPr>
          <a:xfrm>
            <a:off x="4454054" y="2707254"/>
            <a:ext cx="111652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Clients </a:t>
            </a:r>
            <a:r>
              <a:rPr lang="en-US" sz="1100" b="1" dirty="0"/>
              <a:t>1 - 50</a:t>
            </a:r>
          </a:p>
          <a:p>
            <a:pPr algn="ctr"/>
            <a:r>
              <a:rPr lang="en-US" sz="800" i="1" dirty="0"/>
              <a:t>- Gradually increasing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7F6107-7D92-5469-2C02-3A532F9F9C96}"/>
              </a:ext>
            </a:extLst>
          </p:cNvPr>
          <p:cNvSpPr/>
          <p:nvPr/>
        </p:nvSpPr>
        <p:spPr>
          <a:xfrm>
            <a:off x="5619818" y="1761398"/>
            <a:ext cx="941838" cy="2417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Baseline: 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F4019FD3-F536-B5F7-F535-DB75C33BB3E2}"/>
              </a:ext>
            </a:extLst>
          </p:cNvPr>
          <p:cNvSpPr/>
          <p:nvPr/>
        </p:nvSpPr>
        <p:spPr>
          <a:xfrm>
            <a:off x="6907771" y="2180677"/>
            <a:ext cx="585972" cy="606180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00" baseline="-25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5CFA89-5ED1-6EF6-EF65-149AFDC9558D}"/>
              </a:ext>
            </a:extLst>
          </p:cNvPr>
          <p:cNvSpPr/>
          <p:nvPr/>
        </p:nvSpPr>
        <p:spPr>
          <a:xfrm>
            <a:off x="4118546" y="3657431"/>
            <a:ext cx="1419591" cy="8130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10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90747E-0975-BC28-E8E3-F3B1CD25AB05}"/>
              </a:ext>
            </a:extLst>
          </p:cNvPr>
          <p:cNvGrpSpPr/>
          <p:nvPr/>
        </p:nvGrpSpPr>
        <p:grpSpPr>
          <a:xfrm>
            <a:off x="5856054" y="3434764"/>
            <a:ext cx="2206873" cy="1239918"/>
            <a:chOff x="3374855" y="3152874"/>
            <a:chExt cx="3689645" cy="194009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7271D6-A0CA-8279-ABB2-FC477AF397DF}"/>
                </a:ext>
              </a:extLst>
            </p:cNvPr>
            <p:cNvSpPr/>
            <p:nvPr/>
          </p:nvSpPr>
          <p:spPr>
            <a:xfrm>
              <a:off x="3374855" y="3152874"/>
              <a:ext cx="3689645" cy="406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chemeClr val="tx1"/>
                  </a:solidFill>
                </a:rPr>
                <a:t>M:1 - </a:t>
              </a:r>
              <a:r>
                <a:rPr lang="en-US" sz="1100" dirty="0">
                  <a:solidFill>
                    <a:schemeClr val="tx1"/>
                  </a:solidFill>
                </a:rPr>
                <a:t>Middleware with 1 Redis DB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2D7FDCC-E464-47CC-8755-6475090CB4EA}"/>
                </a:ext>
              </a:extLst>
            </p:cNvPr>
            <p:cNvSpPr/>
            <p:nvPr/>
          </p:nvSpPr>
          <p:spPr>
            <a:xfrm>
              <a:off x="3374859" y="4686300"/>
              <a:ext cx="3689641" cy="406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chemeClr val="tx1"/>
                  </a:solidFill>
                </a:rPr>
                <a:t>M:6 - </a:t>
              </a:r>
              <a:r>
                <a:rPr lang="en-US" sz="1100" dirty="0">
                  <a:solidFill>
                    <a:schemeClr val="tx1"/>
                  </a:solidFill>
                </a:rPr>
                <a:t>Middleware with 6 Redis DB 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9732DF8-CE82-42C0-C3CF-95E2C5A65079}"/>
                </a:ext>
              </a:extLst>
            </p:cNvPr>
            <p:cNvSpPr/>
            <p:nvPr/>
          </p:nvSpPr>
          <p:spPr>
            <a:xfrm>
              <a:off x="3374857" y="4175158"/>
              <a:ext cx="3689643" cy="406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chemeClr val="tx1"/>
                  </a:solidFill>
                </a:rPr>
                <a:t>M:4 - </a:t>
              </a:r>
              <a:r>
                <a:rPr lang="en-US" sz="1100" dirty="0">
                  <a:solidFill>
                    <a:schemeClr val="tx1"/>
                  </a:solidFill>
                </a:rPr>
                <a:t>Middleware with 4 Redis DB </a:t>
              </a:r>
              <a:endParaRPr 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D4A040A-20CC-74FD-8CB3-27B873B738F1}"/>
                </a:ext>
              </a:extLst>
            </p:cNvPr>
            <p:cNvSpPr/>
            <p:nvPr/>
          </p:nvSpPr>
          <p:spPr>
            <a:xfrm>
              <a:off x="3374856" y="3664016"/>
              <a:ext cx="3689644" cy="4066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chemeClr val="tx1"/>
                  </a:solidFill>
                </a:rPr>
                <a:t>M:2 - </a:t>
              </a:r>
              <a:r>
                <a:rPr lang="en-US" sz="1100" dirty="0">
                  <a:solidFill>
                    <a:schemeClr val="tx1"/>
                  </a:solidFill>
                </a:rPr>
                <a:t>Middleware with 2 Redis DB 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739A0E-C6EE-0A93-500C-B37C6CE62B04}"/>
              </a:ext>
            </a:extLst>
          </p:cNvPr>
          <p:cNvGrpSpPr/>
          <p:nvPr/>
        </p:nvGrpSpPr>
        <p:grpSpPr>
          <a:xfrm rot="10800000">
            <a:off x="5538143" y="3584947"/>
            <a:ext cx="317911" cy="959782"/>
            <a:chOff x="7064495" y="3356210"/>
            <a:chExt cx="274772" cy="1533426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A4BC209-BEF8-B9C4-7FBC-267133D8C4BC}"/>
                </a:ext>
              </a:extLst>
            </p:cNvPr>
            <p:cNvCxnSpPr>
              <a:cxnSpLocks/>
            </p:cNvCxnSpPr>
            <p:nvPr/>
          </p:nvCxnSpPr>
          <p:spPr>
            <a:xfrm>
              <a:off x="7064501" y="3358999"/>
              <a:ext cx="27476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7F28579-1172-38F7-DE06-F3AD21738229}"/>
                </a:ext>
              </a:extLst>
            </p:cNvPr>
            <p:cNvCxnSpPr>
              <a:cxnSpLocks/>
            </p:cNvCxnSpPr>
            <p:nvPr/>
          </p:nvCxnSpPr>
          <p:spPr>
            <a:xfrm>
              <a:off x="7064500" y="3851992"/>
              <a:ext cx="27476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102B57F-E89B-29CE-680A-F485332FDD49}"/>
                </a:ext>
              </a:extLst>
            </p:cNvPr>
            <p:cNvCxnSpPr>
              <a:cxnSpLocks/>
            </p:cNvCxnSpPr>
            <p:nvPr/>
          </p:nvCxnSpPr>
          <p:spPr>
            <a:xfrm>
              <a:off x="7064495" y="4379894"/>
              <a:ext cx="27476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80EF799-E02A-75AA-0010-4FB7D671E0FD}"/>
                </a:ext>
              </a:extLst>
            </p:cNvPr>
            <p:cNvCxnSpPr>
              <a:cxnSpLocks/>
            </p:cNvCxnSpPr>
            <p:nvPr/>
          </p:nvCxnSpPr>
          <p:spPr>
            <a:xfrm>
              <a:off x="7064495" y="4889636"/>
              <a:ext cx="274766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A02EBE-BA28-02CA-8C60-5329DDC4E5E0}"/>
                </a:ext>
              </a:extLst>
            </p:cNvPr>
            <p:cNvCxnSpPr>
              <a:cxnSpLocks/>
            </p:cNvCxnSpPr>
            <p:nvPr/>
          </p:nvCxnSpPr>
          <p:spPr>
            <a:xfrm>
              <a:off x="7339261" y="3356210"/>
              <a:ext cx="0" cy="153342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299615AB-1291-F786-0FA5-CEC4DB379017}"/>
              </a:ext>
            </a:extLst>
          </p:cNvPr>
          <p:cNvSpPr txBox="1"/>
          <p:nvPr/>
        </p:nvSpPr>
        <p:spPr>
          <a:xfrm>
            <a:off x="4256843" y="4057558"/>
            <a:ext cx="114299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Clients </a:t>
            </a:r>
            <a:r>
              <a:rPr lang="en-US" sz="1100" b="1" dirty="0"/>
              <a:t>1 - 50</a:t>
            </a:r>
          </a:p>
          <a:p>
            <a:pPr algn="ctr"/>
            <a:r>
              <a:rPr lang="en-US" sz="800" i="1" dirty="0"/>
              <a:t>- Gradually increasing</a:t>
            </a:r>
          </a:p>
        </p:txBody>
      </p:sp>
      <p:pic>
        <p:nvPicPr>
          <p:cNvPr id="2" name="Graphic 1" descr="Users outline">
            <a:extLst>
              <a:ext uri="{FF2B5EF4-FFF2-40B4-BE49-F238E27FC236}">
                <a16:creationId xmlns:a16="http://schemas.microsoft.com/office/drawing/2014/main" id="{972CE00D-1B6B-9942-D67B-3528D36D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1016" y="2144883"/>
            <a:ext cx="625653" cy="684214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3E020D0E-95B1-79A7-2895-49D940D08751}"/>
              </a:ext>
            </a:extLst>
          </p:cNvPr>
          <p:cNvSpPr txBox="1"/>
          <p:nvPr/>
        </p:nvSpPr>
        <p:spPr>
          <a:xfrm>
            <a:off x="4118547" y="4808451"/>
            <a:ext cx="3944380" cy="2616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100" b="1" dirty="0"/>
              <a:t>Test Scenario: 4</a:t>
            </a:r>
            <a:endParaRPr lang="en-US" sz="11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D201D8-708F-F51D-6A6C-4A319168EE9E}"/>
              </a:ext>
            </a:extLst>
          </p:cNvPr>
          <p:cNvCxnSpPr>
            <a:cxnSpLocks/>
          </p:cNvCxnSpPr>
          <p:nvPr/>
        </p:nvCxnSpPr>
        <p:spPr>
          <a:xfrm flipV="1">
            <a:off x="5288677" y="2624135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78D699-E94F-135C-0D8C-D2AE85F61E89}"/>
              </a:ext>
            </a:extLst>
          </p:cNvPr>
          <p:cNvCxnSpPr>
            <a:cxnSpLocks/>
          </p:cNvCxnSpPr>
          <p:nvPr/>
        </p:nvCxnSpPr>
        <p:spPr>
          <a:xfrm flipV="1">
            <a:off x="5288674" y="2347407"/>
            <a:ext cx="1621102" cy="3224"/>
          </a:xfrm>
          <a:prstGeom prst="line">
            <a:avLst/>
          </a:prstGeom>
          <a:ln w="12700">
            <a:solidFill>
              <a:schemeClr val="tx1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 descr="Users outline">
            <a:extLst>
              <a:ext uri="{FF2B5EF4-FFF2-40B4-BE49-F238E27FC236}">
                <a16:creationId xmlns:a16="http://schemas.microsoft.com/office/drawing/2014/main" id="{82E47B51-2DA9-E960-A65B-D50DC2FDA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5850" y="3564716"/>
            <a:ext cx="625653" cy="68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507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311</TotalTime>
  <Words>489</Words>
  <Application>Microsoft Office PowerPoint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Gloria Amatya</cp:lastModifiedBy>
  <cp:revision>19</cp:revision>
  <dcterms:created xsi:type="dcterms:W3CDTF">2023-04-12T16:01:03Z</dcterms:created>
  <dcterms:modified xsi:type="dcterms:W3CDTF">2023-04-17T17:08:21Z</dcterms:modified>
</cp:coreProperties>
</file>