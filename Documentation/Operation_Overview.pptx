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48" d="100"/>
          <a:sy n="148" d="100"/>
        </p:scale>
        <p:origin x="70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18518-D94B-8004-3B74-017AA3508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17AB8-7A39-34B6-254D-D8CD2FB9C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DD3C5-7F7A-397A-79E9-98BB7CF8B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36F94-294C-C4FD-DA40-4B59550D1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6DDDA-3929-C1B7-28C5-3C6EF9814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1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0279-E203-5D2E-8015-9D82B969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9FF1C-B511-F9E5-B10B-6571901DE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0809A-0112-F75A-0A2A-91E0B607D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3E6E3-E3EE-A920-CE6D-60691FA72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05469-F4C8-C967-6F49-41382348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55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86098-0F0B-67B3-5749-F832E07D2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A7326-33E5-EBC6-2F00-27235C01D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B93D2-7C16-601C-AF40-00CFA77C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43E7C-A3CA-7D60-9DCD-53F1DFFE8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57DA9-5D57-014F-849B-EAFD5EA5E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0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3074-7680-055C-D37B-3E4F3D9BB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15F8F-1EC2-A66B-39EB-D3DCD25DAE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F7003-1965-80C1-19E9-540EC69F2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6D2E4-7E73-C89D-05E4-DC810F6C4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4A344-082F-37B9-5B36-232A07A4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8D872-C57A-CDC5-6478-3865833B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19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8B23-E9EC-18ED-DF58-D77773100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4214D-D728-576C-DCA0-CB32E25D7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37501-9E5A-70DD-0A34-14B75834E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57D0A-6657-9E9D-FC22-B6D652F6F6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6317E4-B43F-D902-64F0-79EDA01372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3CCEE0-6E2D-5595-1C7D-1BB0FC0E6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6AAF7E-9ED3-9E1F-CA5E-B918BBF7B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91A261-8EE7-55A0-1FB4-1FAF4BD94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98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39C7-B117-5E97-A6BD-B19E26F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0CC02-6525-0CD7-1A41-F2FF724D9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C207E-6F18-8D96-2F32-91ECAEDE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F21FF1-8445-4778-024E-C454408D4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1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E75C73-F1D8-DEEC-41E4-B5E50837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BDF4C-016C-ECC3-B68D-91FAF7053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617E3-AD31-3BE8-55B0-BC4B61ED9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98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FFA3E-CFB5-55C3-4944-060ED3E19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0815B-7438-4658-DB0F-522AA6C79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BD81C-5A0F-9BB3-E308-D097938B0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7A54C-DDF0-671E-809E-A03A0553C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67466-0327-9562-4B17-C1A2400C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FE357-FD05-2544-C485-D2B06425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473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8AC53-ABB4-F32B-518A-A3AE4B3F5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52DA60-CA10-5350-17B3-C46F99746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7B197-79A9-12C1-DBD7-A1FDA8CDF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3113C-B107-3898-6298-BA5D7572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53082-68F7-DC96-AB8D-9A52878D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6A221-0626-7C37-751B-B81D9C9C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50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F6530-5ECB-3A9D-E3B0-A8F509D9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0F032-5B31-94FE-84ED-AF2FFC9B0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EFF5B-7E43-E86E-67EE-289A1B9A1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3B29A-8E64-1240-E884-716C2031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3F7FB-EE00-4FE7-3A72-DB33EA93F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82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0C7DF7-4D40-EA0A-F575-11F5627B1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03B8B-2D2A-717D-EFAE-843E89071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ACD09-0718-093C-AD53-7D4616CD8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560AF-A089-69F1-1273-5D450B59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6DB13-787A-6527-CA88-9A77C529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3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C9187-DEBD-2957-D34E-58A69746F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D982F-8E5C-0FD0-188E-E302A7AC8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9E8C5-D6A8-B54A-E7EF-69AB2EBEB7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FBF31-9699-4884-A308-CD5914D4A2D3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2644D-9737-0E3F-C224-03E3754D0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2F99C-445B-12E3-0665-43F075923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0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Users outline">
            <a:extLst>
              <a:ext uri="{FF2B5EF4-FFF2-40B4-BE49-F238E27FC236}">
                <a16:creationId xmlns:a16="http://schemas.microsoft.com/office/drawing/2014/main" id="{4F862E18-D656-7E00-93E6-263F236EB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761" y="6657"/>
            <a:ext cx="1389268" cy="13892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D26534-D6C0-9530-7866-AD5FECBC471B}"/>
              </a:ext>
            </a:extLst>
          </p:cNvPr>
          <p:cNvCxnSpPr>
            <a:cxnSpLocks/>
          </p:cNvCxnSpPr>
          <p:nvPr/>
        </p:nvCxnSpPr>
        <p:spPr>
          <a:xfrm>
            <a:off x="2998904" y="0"/>
            <a:ext cx="0" cy="68580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FEB4B0-6C8E-D0F9-7500-5CE09C23419A}"/>
              </a:ext>
            </a:extLst>
          </p:cNvPr>
          <p:cNvCxnSpPr>
            <a:cxnSpLocks/>
          </p:cNvCxnSpPr>
          <p:nvPr/>
        </p:nvCxnSpPr>
        <p:spPr>
          <a:xfrm>
            <a:off x="9190675" y="0"/>
            <a:ext cx="0" cy="68580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7D802F7-8DE0-1C5D-A536-2D6D0071B275}"/>
              </a:ext>
            </a:extLst>
          </p:cNvPr>
          <p:cNvSpPr/>
          <p:nvPr/>
        </p:nvSpPr>
        <p:spPr>
          <a:xfrm>
            <a:off x="250697" y="2176528"/>
            <a:ext cx="1967508" cy="119773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Send a request with respective arguments or dataset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A02028-A9E9-5491-B7AD-535F4D79E586}"/>
              </a:ext>
            </a:extLst>
          </p:cNvPr>
          <p:cNvSpPr/>
          <p:nvPr/>
        </p:nvSpPr>
        <p:spPr>
          <a:xfrm>
            <a:off x="3779604" y="2176528"/>
            <a:ext cx="2179936" cy="119773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Perform consistent hash sharding based on given  arguments or dataset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1E8304-8924-A716-FDF7-C6474EEFF23D}"/>
              </a:ext>
            </a:extLst>
          </p:cNvPr>
          <p:cNvSpPr/>
          <p:nvPr/>
        </p:nvSpPr>
        <p:spPr>
          <a:xfrm>
            <a:off x="6442467" y="1864215"/>
            <a:ext cx="2179936" cy="182236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Construct pipelines to send multiple requests to corresponding shards and database nodes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250FD4-5A61-F0A8-D922-9F987BEF69A9}"/>
              </a:ext>
            </a:extLst>
          </p:cNvPr>
          <p:cNvSpPr/>
          <p:nvPr/>
        </p:nvSpPr>
        <p:spPr>
          <a:xfrm>
            <a:off x="9971374" y="1864215"/>
            <a:ext cx="1967509" cy="182236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Process requests individually in respective shards and database nodes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ED64EB-C31E-2EEF-2DCE-0B805D09C1AA}"/>
              </a:ext>
            </a:extLst>
          </p:cNvPr>
          <p:cNvGrpSpPr/>
          <p:nvPr/>
        </p:nvGrpSpPr>
        <p:grpSpPr>
          <a:xfrm>
            <a:off x="9665599" y="196040"/>
            <a:ext cx="2109690" cy="854702"/>
            <a:chOff x="4743584" y="3867893"/>
            <a:chExt cx="1931670" cy="715258"/>
          </a:xfrm>
        </p:grpSpPr>
        <p:sp>
          <p:nvSpPr>
            <p:cNvPr id="15" name="Cylinder 14">
              <a:extLst>
                <a:ext uri="{FF2B5EF4-FFF2-40B4-BE49-F238E27FC236}">
                  <a16:creationId xmlns:a16="http://schemas.microsoft.com/office/drawing/2014/main" id="{063AA6B2-600B-5E8A-50BC-B9D3FA8A9F8B}"/>
                </a:ext>
              </a:extLst>
            </p:cNvPr>
            <p:cNvSpPr/>
            <p:nvPr/>
          </p:nvSpPr>
          <p:spPr>
            <a:xfrm>
              <a:off x="4743584" y="3867893"/>
              <a:ext cx="715010" cy="659765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r>
                <a:rPr lang="en-US" baseline="-25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" name="Cylinder 15">
              <a:extLst>
                <a:ext uri="{FF2B5EF4-FFF2-40B4-BE49-F238E27FC236}">
                  <a16:creationId xmlns:a16="http://schemas.microsoft.com/office/drawing/2014/main" id="{47E943FE-BF46-A821-5AF6-8BEB471D0CCA}"/>
                </a:ext>
              </a:extLst>
            </p:cNvPr>
            <p:cNvSpPr/>
            <p:nvPr/>
          </p:nvSpPr>
          <p:spPr>
            <a:xfrm>
              <a:off x="5960244" y="3867894"/>
              <a:ext cx="715010" cy="659765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r>
                <a:rPr lang="en-US" baseline="-25000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8860571-7C95-50CD-CC9C-4109CE6FE91A}"/>
                </a:ext>
              </a:extLst>
            </p:cNvPr>
            <p:cNvSpPr txBox="1"/>
            <p:nvPr/>
          </p:nvSpPr>
          <p:spPr>
            <a:xfrm>
              <a:off x="5512651" y="42138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2B2DC82-2D3C-6195-ACF5-1FDE550793B1}"/>
              </a:ext>
            </a:extLst>
          </p:cNvPr>
          <p:cNvSpPr/>
          <p:nvPr/>
        </p:nvSpPr>
        <p:spPr>
          <a:xfrm>
            <a:off x="4821485" y="242900"/>
            <a:ext cx="2549030" cy="627755"/>
          </a:xfrm>
          <a:prstGeom prst="roundRect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Middleware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F9026F-FA91-BE06-502A-D9A709C071AC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2218205" y="2775396"/>
            <a:ext cx="1561399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0F2260D-DA5B-218C-0F8F-F55FDB98BECD}"/>
              </a:ext>
            </a:extLst>
          </p:cNvPr>
          <p:cNvSpPr/>
          <p:nvPr/>
        </p:nvSpPr>
        <p:spPr>
          <a:xfrm>
            <a:off x="9971373" y="4653480"/>
            <a:ext cx="1967509" cy="119773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results from respective database nodes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2A8A994-EBB8-6BB6-F473-8334E620F860}"/>
              </a:ext>
            </a:extLst>
          </p:cNvPr>
          <p:cNvCxnSpPr>
            <a:cxnSpLocks/>
          </p:cNvCxnSpPr>
          <p:nvPr/>
        </p:nvCxnSpPr>
        <p:spPr>
          <a:xfrm>
            <a:off x="8622403" y="2176528"/>
            <a:ext cx="134897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E431EE-D94D-5D3E-0633-F591E59FCC96}"/>
              </a:ext>
            </a:extLst>
          </p:cNvPr>
          <p:cNvCxnSpPr>
            <a:cxnSpLocks/>
          </p:cNvCxnSpPr>
          <p:nvPr/>
        </p:nvCxnSpPr>
        <p:spPr>
          <a:xfrm>
            <a:off x="8622403" y="3327030"/>
            <a:ext cx="134897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B71030F-57AB-B584-D6E9-9942C700505E}"/>
              </a:ext>
            </a:extLst>
          </p:cNvPr>
          <p:cNvCxnSpPr>
            <a:cxnSpLocks/>
          </p:cNvCxnSpPr>
          <p:nvPr/>
        </p:nvCxnSpPr>
        <p:spPr>
          <a:xfrm>
            <a:off x="8622403" y="2573629"/>
            <a:ext cx="134897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C3574EB-7F8B-2DE6-D917-7226BAEA9EB1}"/>
              </a:ext>
            </a:extLst>
          </p:cNvPr>
          <p:cNvCxnSpPr>
            <a:cxnSpLocks/>
          </p:cNvCxnSpPr>
          <p:nvPr/>
        </p:nvCxnSpPr>
        <p:spPr>
          <a:xfrm>
            <a:off x="8622403" y="2949264"/>
            <a:ext cx="134897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25C7090-0B9B-BA6D-891D-7A7919B77273}"/>
              </a:ext>
            </a:extLst>
          </p:cNvPr>
          <p:cNvCxnSpPr>
            <a:cxnSpLocks/>
            <a:stCxn id="13" idx="2"/>
            <a:endCxn id="29" idx="0"/>
          </p:cNvCxnSpPr>
          <p:nvPr/>
        </p:nvCxnSpPr>
        <p:spPr>
          <a:xfrm flipH="1">
            <a:off x="10955128" y="3686577"/>
            <a:ext cx="1" cy="96690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D1C2C34-E958-E800-DC95-1FF1AC26968F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959540" y="2775396"/>
            <a:ext cx="482927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DFE9B3A-74C2-8AB6-68F6-46A12F6F07CF}"/>
              </a:ext>
            </a:extLst>
          </p:cNvPr>
          <p:cNvGrpSpPr/>
          <p:nvPr/>
        </p:nvGrpSpPr>
        <p:grpSpPr>
          <a:xfrm>
            <a:off x="6548677" y="4679236"/>
            <a:ext cx="3422696" cy="1197736"/>
            <a:chOff x="6548677" y="4679236"/>
            <a:chExt cx="3422696" cy="119773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A04F76C-0A9E-8593-DB71-41B364421075}"/>
                </a:ext>
              </a:extLst>
            </p:cNvPr>
            <p:cNvSpPr/>
            <p:nvPr/>
          </p:nvSpPr>
          <p:spPr>
            <a:xfrm>
              <a:off x="6548677" y="4679236"/>
              <a:ext cx="1967509" cy="1197736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Merge all incoming partial results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541A2D9-6F29-178A-FEF8-5802C21EE6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6188" y="4819913"/>
              <a:ext cx="1455185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884BE18E-880C-03B1-4FB3-AA02D02921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6188" y="5126860"/>
              <a:ext cx="1455185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249994B-B6D1-5F3D-8DA6-93AB5B4EC7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6188" y="5448831"/>
              <a:ext cx="1455185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30D6D6BE-EC87-4B27-DC82-8C9801205A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6187" y="5751485"/>
              <a:ext cx="1455185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446D05A-6FB3-3474-5F62-E5F645685561}"/>
              </a:ext>
            </a:extLst>
          </p:cNvPr>
          <p:cNvCxnSpPr>
            <a:cxnSpLocks/>
            <a:stCxn id="69" idx="1"/>
          </p:cNvCxnSpPr>
          <p:nvPr/>
        </p:nvCxnSpPr>
        <p:spPr>
          <a:xfrm flipH="1">
            <a:off x="2218205" y="5284543"/>
            <a:ext cx="1667612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034CE239-CC98-0009-DD78-4BA99404CBDB}"/>
              </a:ext>
            </a:extLst>
          </p:cNvPr>
          <p:cNvSpPr/>
          <p:nvPr/>
        </p:nvSpPr>
        <p:spPr>
          <a:xfrm>
            <a:off x="248914" y="4679236"/>
            <a:ext cx="1967508" cy="119773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Receive a response with expected result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7AEF726-9DFB-CE02-A18C-61F55F039A9D}"/>
              </a:ext>
            </a:extLst>
          </p:cNvPr>
          <p:cNvSpPr/>
          <p:nvPr/>
        </p:nvSpPr>
        <p:spPr>
          <a:xfrm>
            <a:off x="3885817" y="4685675"/>
            <a:ext cx="1967509" cy="119773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aggregated result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76DE15B-962D-A5FA-E25E-E40AEA811AD9}"/>
              </a:ext>
            </a:extLst>
          </p:cNvPr>
          <p:cNvCxnSpPr>
            <a:cxnSpLocks/>
            <a:stCxn id="30" idx="1"/>
            <a:endCxn id="69" idx="3"/>
          </p:cNvCxnSpPr>
          <p:nvPr/>
        </p:nvCxnSpPr>
        <p:spPr>
          <a:xfrm flipH="1">
            <a:off x="5853326" y="5278104"/>
            <a:ext cx="695351" cy="643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FA03C03-2EDF-BB76-223D-FF49197151CD}"/>
              </a:ext>
            </a:extLst>
          </p:cNvPr>
          <p:cNvSpPr txBox="1"/>
          <p:nvPr/>
        </p:nvSpPr>
        <p:spPr>
          <a:xfrm>
            <a:off x="650681" y="1050742"/>
            <a:ext cx="11639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Clients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0D1B751-1012-C935-21E8-20E59DEDA654}"/>
              </a:ext>
            </a:extLst>
          </p:cNvPr>
          <p:cNvSpPr txBox="1"/>
          <p:nvPr/>
        </p:nvSpPr>
        <p:spPr>
          <a:xfrm>
            <a:off x="9477766" y="989557"/>
            <a:ext cx="2509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Database nodes</a:t>
            </a:r>
          </a:p>
        </p:txBody>
      </p:sp>
    </p:spTree>
    <p:extLst>
      <p:ext uri="{BB962C8B-B14F-4D97-AF65-F5344CB8AC3E}">
        <p14:creationId xmlns:p14="http://schemas.microsoft.com/office/powerpoint/2010/main" val="1252238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67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8</cp:revision>
  <dcterms:created xsi:type="dcterms:W3CDTF">2023-04-01T09:58:49Z</dcterms:created>
  <dcterms:modified xsi:type="dcterms:W3CDTF">2023-04-01T11:05:39Z</dcterms:modified>
</cp:coreProperties>
</file>