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8"/>
  </p:notesMasterIdLst>
  <p:handoutMasterIdLst>
    <p:handoutMasterId r:id="rId9"/>
  </p:handoutMasterIdLst>
  <p:sldIdLst>
    <p:sldId id="256" r:id="rId2"/>
    <p:sldId id="259" r:id="rId3"/>
    <p:sldId id="257" r:id="rId4"/>
    <p:sldId id="262" r:id="rId5"/>
    <p:sldId id="265" r:id="rId6"/>
    <p:sldId id="263" r:id="rId7"/>
  </p:sldIdLst>
  <p:sldSz cx="9144000" cy="5143500" type="screen16x9"/>
  <p:notesSz cx="6858000" cy="9144000"/>
  <p:defaultTextStyle>
    <a:defPPr>
      <a:defRPr lang="de-DE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5A300"/>
    <a:srgbClr val="FDCA00"/>
    <a:srgbClr val="9C1C26"/>
    <a:srgbClr val="312C8C"/>
    <a:srgbClr val="000000"/>
    <a:srgbClr val="B5B5B5"/>
    <a:srgbClr val="E9503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364" autoAdjust="0"/>
    <p:restoredTop sz="91167" autoAdjust="0"/>
  </p:normalViewPr>
  <p:slideViewPr>
    <p:cSldViewPr snapToObjects="1">
      <p:cViewPr>
        <p:scale>
          <a:sx n="140" d="100"/>
          <a:sy n="140" d="100"/>
        </p:scale>
        <p:origin x="744" y="112"/>
      </p:cViewPr>
      <p:guideLst>
        <p:guide orient="horz" pos="162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notesViewPr>
    <p:cSldViewPr snapToObjects="1">
      <p:cViewPr varScale="1">
        <p:scale>
          <a:sx n="66" d="100"/>
          <a:sy n="66" d="100"/>
        </p:scale>
        <p:origin x="0" y="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Rectangle 2">
            <a:extLst>
              <a:ext uri="{FF2B5EF4-FFF2-40B4-BE49-F238E27FC236}">
                <a16:creationId xmlns:a16="http://schemas.microsoft.com/office/drawing/2014/main" id="{CE97DB1B-40A1-5247-CCCA-7E871F34FB3B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190500" y="387350"/>
            <a:ext cx="5403850" cy="390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108000" tIns="0" rIns="0" bIns="0" numCol="1" anchor="ctr" anchorCtr="0" compatLnSpc="1">
            <a:prstTxWarp prst="textNoShape">
              <a:avLst/>
            </a:prstTxWarp>
          </a:bodyPr>
          <a:lstStyle>
            <a:lvl1pPr eaLnBrk="1" hangingPunct="1">
              <a:lnSpc>
                <a:spcPts val="1300"/>
              </a:lnSpc>
              <a:defRPr sz="1000" b="1">
                <a:latin typeface="Stafford" pitchFamily="2" charset="0"/>
                <a:cs typeface="+mn-cs"/>
              </a:defRPr>
            </a:lvl1pPr>
          </a:lstStyle>
          <a:p>
            <a:pPr>
              <a:defRPr/>
            </a:pPr>
            <a:endParaRPr lang="de-DE"/>
          </a:p>
        </p:txBody>
      </p:sp>
      <p:sp>
        <p:nvSpPr>
          <p:cNvPr id="50179" name="Rectangle 3">
            <a:extLst>
              <a:ext uri="{FF2B5EF4-FFF2-40B4-BE49-F238E27FC236}">
                <a16:creationId xmlns:a16="http://schemas.microsoft.com/office/drawing/2014/main" id="{BD179BEA-EB87-7001-9D8D-C111B010FD2A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190500" y="8567738"/>
            <a:ext cx="1330325" cy="260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000" b="1">
                <a:latin typeface="Stafford" pitchFamily="2" charset="0"/>
                <a:cs typeface="+mn-cs"/>
              </a:defRPr>
            </a:lvl1pPr>
          </a:lstStyle>
          <a:p>
            <a:pPr>
              <a:defRPr/>
            </a:pPr>
            <a:fld id="{08B7A686-396D-4677-A3CA-F76FDA9BC1D5}" type="datetime4">
              <a:rPr lang="de-DE"/>
              <a:pPr>
                <a:defRPr/>
              </a:pPr>
              <a:t>12. Januar 2023</a:t>
            </a:fld>
            <a:endParaRPr lang="de-DE"/>
          </a:p>
        </p:txBody>
      </p:sp>
      <p:sp>
        <p:nvSpPr>
          <p:cNvPr id="50180" name="Rectangle 4">
            <a:extLst>
              <a:ext uri="{FF2B5EF4-FFF2-40B4-BE49-F238E27FC236}">
                <a16:creationId xmlns:a16="http://schemas.microsoft.com/office/drawing/2014/main" id="{9499C995-4E3F-3036-497D-47C1C4FF02E0}"/>
              </a:ext>
            </a:extLst>
          </p:cNvPr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1520825" y="8567738"/>
            <a:ext cx="4464050" cy="260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000" b="1">
                <a:latin typeface="Stafford" pitchFamily="2" charset="0"/>
                <a:cs typeface="+mn-cs"/>
              </a:defRPr>
            </a:lvl1pPr>
          </a:lstStyle>
          <a:p>
            <a:pPr>
              <a:defRPr/>
            </a:pPr>
            <a:r>
              <a:rPr lang="de-DE"/>
              <a:t>|  </a:t>
            </a:r>
          </a:p>
        </p:txBody>
      </p:sp>
      <p:sp>
        <p:nvSpPr>
          <p:cNvPr id="50181" name="Rectangle 5">
            <a:extLst>
              <a:ext uri="{FF2B5EF4-FFF2-40B4-BE49-F238E27FC236}">
                <a16:creationId xmlns:a16="http://schemas.microsoft.com/office/drawing/2014/main" id="{FBE640B1-873A-94B8-8A31-5536D85B3A0B}"/>
              </a:ext>
            </a:extLst>
          </p:cNvPr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5999163" y="8567738"/>
            <a:ext cx="669925" cy="260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000" b="1">
                <a:latin typeface="Stafford" pitchFamily="2" charset="0"/>
              </a:defRPr>
            </a:lvl1pPr>
          </a:lstStyle>
          <a:p>
            <a:pPr>
              <a:defRPr/>
            </a:pPr>
            <a:r>
              <a:rPr lang="de-DE" altLang="en-US"/>
              <a:t>|  </a:t>
            </a:r>
            <a:fld id="{0D3CCF04-7849-4E38-BE10-50BAF3FD9F63}" type="slidenum">
              <a:rPr lang="de-DE" altLang="en-US" smtClean="0"/>
              <a:pPr>
                <a:defRPr/>
              </a:pPr>
              <a:t>‹#›</a:t>
            </a:fld>
            <a:endParaRPr lang="de-DE" altLang="en-US"/>
          </a:p>
        </p:txBody>
      </p:sp>
      <p:pic>
        <p:nvPicPr>
          <p:cNvPr id="4102" name="Picture 6" descr="tud_logo">
            <a:extLst>
              <a:ext uri="{FF2B5EF4-FFF2-40B4-BE49-F238E27FC236}">
                <a16:creationId xmlns:a16="http://schemas.microsoft.com/office/drawing/2014/main" id="{DA3C379B-039B-9736-611B-8E23233A52A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40400" y="360363"/>
            <a:ext cx="928688" cy="4175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127" name="Rectangle 7">
            <a:extLst>
              <a:ext uri="{FF2B5EF4-FFF2-40B4-BE49-F238E27FC236}">
                <a16:creationId xmlns:a16="http://schemas.microsoft.com/office/drawing/2014/main" id="{C832D807-53E1-9FBA-CEF7-3E2A5C25037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0500" y="179388"/>
            <a:ext cx="6478588" cy="144462"/>
          </a:xfrm>
          <a:prstGeom prst="rect">
            <a:avLst/>
          </a:prstGeom>
          <a:solidFill>
            <a:srgbClr val="B5B5B5"/>
          </a:solidFill>
          <a:ln>
            <a:noFill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eaLnBrk="1" hangingPunct="1">
              <a:defRPr/>
            </a:pPr>
            <a:endParaRPr lang="de-DE" altLang="de-DE"/>
          </a:p>
        </p:txBody>
      </p:sp>
      <p:sp>
        <p:nvSpPr>
          <p:cNvPr id="4104" name="Line 8">
            <a:extLst>
              <a:ext uri="{FF2B5EF4-FFF2-40B4-BE49-F238E27FC236}">
                <a16:creationId xmlns:a16="http://schemas.microsoft.com/office/drawing/2014/main" id="{54002981-9706-DF11-A5BD-EFA0806EAE3D}"/>
              </a:ext>
            </a:extLst>
          </p:cNvPr>
          <p:cNvSpPr>
            <a:spLocks noChangeShapeType="1"/>
          </p:cNvSpPr>
          <p:nvPr/>
        </p:nvSpPr>
        <p:spPr bwMode="auto">
          <a:xfrm>
            <a:off x="190500" y="360363"/>
            <a:ext cx="6478588" cy="0"/>
          </a:xfrm>
          <a:prstGeom prst="line">
            <a:avLst/>
          </a:prstGeom>
          <a:noFill/>
          <a:ln w="1524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105" name="Line 9">
            <a:extLst>
              <a:ext uri="{FF2B5EF4-FFF2-40B4-BE49-F238E27FC236}">
                <a16:creationId xmlns:a16="http://schemas.microsoft.com/office/drawing/2014/main" id="{5ADB8796-B620-C43D-AAC4-BB3533624CE2}"/>
              </a:ext>
            </a:extLst>
          </p:cNvPr>
          <p:cNvSpPr>
            <a:spLocks noChangeShapeType="1"/>
          </p:cNvSpPr>
          <p:nvPr/>
        </p:nvSpPr>
        <p:spPr bwMode="auto">
          <a:xfrm>
            <a:off x="190500" y="8496300"/>
            <a:ext cx="6478588" cy="0"/>
          </a:xfrm>
          <a:prstGeom prst="line">
            <a:avLst/>
          </a:prstGeom>
          <a:noFill/>
          <a:ln w="762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106" name="Line 10">
            <a:extLst>
              <a:ext uri="{FF2B5EF4-FFF2-40B4-BE49-F238E27FC236}">
                <a16:creationId xmlns:a16="http://schemas.microsoft.com/office/drawing/2014/main" id="{94E8A0B6-C737-1095-8A4B-87910BDB9F6A}"/>
              </a:ext>
            </a:extLst>
          </p:cNvPr>
          <p:cNvSpPr>
            <a:spLocks noChangeShapeType="1"/>
          </p:cNvSpPr>
          <p:nvPr/>
        </p:nvSpPr>
        <p:spPr bwMode="auto">
          <a:xfrm>
            <a:off x="188913" y="777875"/>
            <a:ext cx="6478587" cy="0"/>
          </a:xfrm>
          <a:prstGeom prst="line">
            <a:avLst/>
          </a:prstGeom>
          <a:noFill/>
          <a:ln w="762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13" descr="tud_logo">
            <a:extLst>
              <a:ext uri="{FF2B5EF4-FFF2-40B4-BE49-F238E27FC236}">
                <a16:creationId xmlns:a16="http://schemas.microsoft.com/office/drawing/2014/main" id="{25AAB025-6227-E2C2-3E32-18BDEE66E31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32463" y="360363"/>
            <a:ext cx="935037" cy="4206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075" name="Rectangle 3">
            <a:extLst>
              <a:ext uri="{FF2B5EF4-FFF2-40B4-BE49-F238E27FC236}">
                <a16:creationId xmlns:a16="http://schemas.microsoft.com/office/drawing/2014/main" id="{D3744C56-5FB0-A5BB-E765-32920295BD03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188913" y="8685213"/>
            <a:ext cx="161925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eaLnBrk="1" hangingPunct="1">
              <a:lnSpc>
                <a:spcPts val="1300"/>
              </a:lnSpc>
              <a:defRPr sz="1000">
                <a:latin typeface="Stafford" pitchFamily="2" charset="0"/>
                <a:cs typeface="+mn-cs"/>
              </a:defRPr>
            </a:lvl1pPr>
          </a:lstStyle>
          <a:p>
            <a:pPr>
              <a:defRPr/>
            </a:pPr>
            <a:fld id="{3B2A7E3D-D26F-4243-85E6-11209E462D36}" type="datetime4">
              <a:rPr lang="de-DE"/>
              <a:pPr>
                <a:defRPr/>
              </a:pPr>
              <a:t>12. Januar 2023</a:t>
            </a:fld>
            <a:endParaRPr lang="de-DE"/>
          </a:p>
        </p:txBody>
      </p:sp>
      <p:sp>
        <p:nvSpPr>
          <p:cNvPr id="3076" name="Rectangle 4">
            <a:extLst>
              <a:ext uri="{FF2B5EF4-FFF2-40B4-BE49-F238E27FC236}">
                <a16:creationId xmlns:a16="http://schemas.microsoft.com/office/drawing/2014/main" id="{E8353360-843D-2E7F-0D7E-79FFCCD6003E}"/>
              </a:ext>
            </a:extLst>
          </p:cNvPr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688975" y="923925"/>
            <a:ext cx="5461000" cy="3071813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077" name="Rectangle 5">
            <a:extLst>
              <a:ext uri="{FF2B5EF4-FFF2-40B4-BE49-F238E27FC236}">
                <a16:creationId xmlns:a16="http://schemas.microsoft.com/office/drawing/2014/main" id="{AA1D431F-FE81-D528-F167-00056E6C096A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190500" y="4284663"/>
            <a:ext cx="6477000" cy="4283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de-DE" noProof="0"/>
              <a:t>Textmasterformate durch Klicken bearbeiten</a:t>
            </a:r>
          </a:p>
          <a:p>
            <a:pPr lvl="1"/>
            <a:r>
              <a:rPr lang="de-DE" noProof="0"/>
              <a:t>Zweite Ebene</a:t>
            </a:r>
          </a:p>
          <a:p>
            <a:pPr lvl="2"/>
            <a:r>
              <a:rPr lang="de-DE" noProof="0"/>
              <a:t>Dritte Ebene</a:t>
            </a:r>
          </a:p>
          <a:p>
            <a:pPr lvl="3"/>
            <a:r>
              <a:rPr lang="de-DE" noProof="0"/>
              <a:t>Vierte Ebene</a:t>
            </a:r>
          </a:p>
          <a:p>
            <a:pPr lvl="4"/>
            <a:r>
              <a:rPr lang="de-DE" noProof="0"/>
              <a:t>Fünfte Ebene</a:t>
            </a:r>
          </a:p>
        </p:txBody>
      </p:sp>
      <p:sp>
        <p:nvSpPr>
          <p:cNvPr id="3078" name="Rectangle 6">
            <a:extLst>
              <a:ext uri="{FF2B5EF4-FFF2-40B4-BE49-F238E27FC236}">
                <a16:creationId xmlns:a16="http://schemas.microsoft.com/office/drawing/2014/main" id="{6108ADF4-BD61-2127-A9B9-619C423F026D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1808163" y="8685213"/>
            <a:ext cx="4105275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eaLnBrk="1" hangingPunct="1">
              <a:lnSpc>
                <a:spcPts val="1300"/>
              </a:lnSpc>
              <a:defRPr sz="1000">
                <a:latin typeface="Stafford" pitchFamily="2" charset="0"/>
                <a:cs typeface="+mn-cs"/>
              </a:defRPr>
            </a:lvl1pPr>
          </a:lstStyle>
          <a:p>
            <a:pPr>
              <a:defRPr/>
            </a:pPr>
            <a:r>
              <a:rPr lang="de-DE"/>
              <a:t>|  </a:t>
            </a:r>
          </a:p>
        </p:txBody>
      </p:sp>
      <p:sp>
        <p:nvSpPr>
          <p:cNvPr id="3079" name="Rectangle 7">
            <a:extLst>
              <a:ext uri="{FF2B5EF4-FFF2-40B4-BE49-F238E27FC236}">
                <a16:creationId xmlns:a16="http://schemas.microsoft.com/office/drawing/2014/main" id="{B9A20EA9-4E2F-91AA-F463-79015562BA27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5913438" y="8685213"/>
            <a:ext cx="942975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 eaLnBrk="1" hangingPunct="1">
              <a:lnSpc>
                <a:spcPts val="1300"/>
              </a:lnSpc>
              <a:defRPr sz="1000">
                <a:latin typeface="Stafford" pitchFamily="2" charset="0"/>
              </a:defRPr>
            </a:lvl1pPr>
          </a:lstStyle>
          <a:p>
            <a:pPr>
              <a:defRPr/>
            </a:pPr>
            <a:r>
              <a:rPr lang="de-DE" altLang="en-US"/>
              <a:t>|  </a:t>
            </a:r>
            <a:fld id="{89A65719-4C9F-411D-AF3C-55B6FB940FFC}" type="slidenum">
              <a:rPr lang="de-DE" altLang="en-US" smtClean="0"/>
              <a:pPr>
                <a:defRPr/>
              </a:pPr>
              <a:t>‹#›</a:t>
            </a:fld>
            <a:endParaRPr lang="de-DE" altLang="en-US"/>
          </a:p>
        </p:txBody>
      </p:sp>
      <p:sp>
        <p:nvSpPr>
          <p:cNvPr id="4104" name="Rectangle 8">
            <a:extLst>
              <a:ext uri="{FF2B5EF4-FFF2-40B4-BE49-F238E27FC236}">
                <a16:creationId xmlns:a16="http://schemas.microsoft.com/office/drawing/2014/main" id="{8B1A39D5-5988-6276-E287-AF5BB359852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0500" y="387350"/>
            <a:ext cx="5403850" cy="393700"/>
          </a:xfrm>
          <a:prstGeom prst="rect">
            <a:avLst/>
          </a:prstGeom>
          <a:noFill/>
          <a:ln>
            <a:noFill/>
          </a:ln>
        </p:spPr>
        <p:txBody>
          <a:bodyPr lIns="108000" tIns="0" rIns="0" bIns="0" anchor="ctr"/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eaLnBrk="1" hangingPunct="1">
              <a:lnSpc>
                <a:spcPts val="1300"/>
              </a:lnSpc>
              <a:defRPr/>
            </a:pPr>
            <a:endParaRPr lang="de-DE" altLang="de-DE" sz="1000" b="1">
              <a:latin typeface="Stafford" pitchFamily="2" charset="0"/>
            </a:endParaRPr>
          </a:p>
        </p:txBody>
      </p:sp>
      <p:sp>
        <p:nvSpPr>
          <p:cNvPr id="4105" name="Rectangle 9">
            <a:extLst>
              <a:ext uri="{FF2B5EF4-FFF2-40B4-BE49-F238E27FC236}">
                <a16:creationId xmlns:a16="http://schemas.microsoft.com/office/drawing/2014/main" id="{B2359B56-B575-A36A-62A3-BB1C32EF90D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0500" y="179388"/>
            <a:ext cx="6478588" cy="144462"/>
          </a:xfrm>
          <a:prstGeom prst="rect">
            <a:avLst/>
          </a:prstGeom>
          <a:solidFill>
            <a:srgbClr val="B5B5B5"/>
          </a:solidFill>
          <a:ln>
            <a:noFill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eaLnBrk="1" hangingPunct="1">
              <a:defRPr/>
            </a:pPr>
            <a:endParaRPr lang="de-DE" altLang="de-DE"/>
          </a:p>
        </p:txBody>
      </p:sp>
      <p:sp>
        <p:nvSpPr>
          <p:cNvPr id="3082" name="Line 10">
            <a:extLst>
              <a:ext uri="{FF2B5EF4-FFF2-40B4-BE49-F238E27FC236}">
                <a16:creationId xmlns:a16="http://schemas.microsoft.com/office/drawing/2014/main" id="{DF17AFAD-1A0A-3FB3-9578-2ECF3A7C5F50}"/>
              </a:ext>
            </a:extLst>
          </p:cNvPr>
          <p:cNvSpPr>
            <a:spLocks noChangeShapeType="1"/>
          </p:cNvSpPr>
          <p:nvPr/>
        </p:nvSpPr>
        <p:spPr bwMode="auto">
          <a:xfrm>
            <a:off x="190500" y="360363"/>
            <a:ext cx="6478588" cy="0"/>
          </a:xfrm>
          <a:prstGeom prst="line">
            <a:avLst/>
          </a:prstGeom>
          <a:noFill/>
          <a:ln w="1524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083" name="Line 11">
            <a:extLst>
              <a:ext uri="{FF2B5EF4-FFF2-40B4-BE49-F238E27FC236}">
                <a16:creationId xmlns:a16="http://schemas.microsoft.com/office/drawing/2014/main" id="{28C0EB63-97F3-968D-3300-CD97D8813082}"/>
              </a:ext>
            </a:extLst>
          </p:cNvPr>
          <p:cNvSpPr>
            <a:spLocks noChangeShapeType="1"/>
          </p:cNvSpPr>
          <p:nvPr/>
        </p:nvSpPr>
        <p:spPr bwMode="auto">
          <a:xfrm>
            <a:off x="190500" y="781050"/>
            <a:ext cx="6478588" cy="0"/>
          </a:xfrm>
          <a:prstGeom prst="line">
            <a:avLst/>
          </a:prstGeom>
          <a:noFill/>
          <a:ln w="762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084" name="Line 12">
            <a:extLst>
              <a:ext uri="{FF2B5EF4-FFF2-40B4-BE49-F238E27FC236}">
                <a16:creationId xmlns:a16="http://schemas.microsoft.com/office/drawing/2014/main" id="{2E6B16EE-5A2C-BF4E-A42C-F0F0C7A6C141}"/>
              </a:ext>
            </a:extLst>
          </p:cNvPr>
          <p:cNvSpPr>
            <a:spLocks noChangeShapeType="1"/>
          </p:cNvSpPr>
          <p:nvPr/>
        </p:nvSpPr>
        <p:spPr bwMode="auto">
          <a:xfrm>
            <a:off x="190500" y="8685213"/>
            <a:ext cx="6478588" cy="0"/>
          </a:xfrm>
          <a:prstGeom prst="line">
            <a:avLst/>
          </a:prstGeom>
          <a:noFill/>
          <a:ln w="762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085" name="Line 14">
            <a:extLst>
              <a:ext uri="{FF2B5EF4-FFF2-40B4-BE49-F238E27FC236}">
                <a16:creationId xmlns:a16="http://schemas.microsoft.com/office/drawing/2014/main" id="{E9FC1DC2-CFB1-42BA-DC13-CC6714C9C4B4}"/>
              </a:ext>
            </a:extLst>
          </p:cNvPr>
          <p:cNvSpPr>
            <a:spLocks noChangeShapeType="1"/>
          </p:cNvSpPr>
          <p:nvPr/>
        </p:nvSpPr>
        <p:spPr bwMode="auto">
          <a:xfrm>
            <a:off x="188913" y="4103688"/>
            <a:ext cx="6478587" cy="0"/>
          </a:xfrm>
          <a:prstGeom prst="line">
            <a:avLst/>
          </a:prstGeom>
          <a:noFill/>
          <a:ln w="762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/>
  <p:notesStyle>
    <a:lvl1pPr algn="l" rtl="0" eaLnBrk="0" fontAlgn="base" hangingPunct="0">
      <a:spcBef>
        <a:spcPct val="10000"/>
      </a:spcBef>
      <a:spcAft>
        <a:spcPct val="0"/>
      </a:spcAft>
      <a:defRPr sz="1200" kern="1200">
        <a:solidFill>
          <a:schemeClr val="tx1"/>
        </a:solidFill>
        <a:latin typeface="Bitstream Charter" pitchFamily="2" charset="0"/>
        <a:ea typeface="+mn-ea"/>
        <a:cs typeface="+mn-cs"/>
      </a:defRPr>
    </a:lvl1pPr>
    <a:lvl2pPr marL="457200" algn="l" rtl="0" eaLnBrk="0" fontAlgn="base" hangingPunct="0">
      <a:spcBef>
        <a:spcPct val="10000"/>
      </a:spcBef>
      <a:spcAft>
        <a:spcPct val="0"/>
      </a:spcAft>
      <a:defRPr sz="1200" kern="1200">
        <a:solidFill>
          <a:schemeClr val="tx1"/>
        </a:solidFill>
        <a:latin typeface="Bitstream Charter" pitchFamily="2" charset="0"/>
        <a:ea typeface="+mn-ea"/>
        <a:cs typeface="+mn-cs"/>
      </a:defRPr>
    </a:lvl2pPr>
    <a:lvl3pPr marL="914400" algn="l" rtl="0" eaLnBrk="0" fontAlgn="base" hangingPunct="0">
      <a:spcBef>
        <a:spcPct val="10000"/>
      </a:spcBef>
      <a:spcAft>
        <a:spcPct val="0"/>
      </a:spcAft>
      <a:defRPr sz="1200" kern="1200">
        <a:solidFill>
          <a:schemeClr val="tx1"/>
        </a:solidFill>
        <a:latin typeface="Bitstream Charter" pitchFamily="2" charset="0"/>
        <a:ea typeface="+mn-ea"/>
        <a:cs typeface="+mn-cs"/>
      </a:defRPr>
    </a:lvl3pPr>
    <a:lvl4pPr marL="1371600" algn="l" rtl="0" eaLnBrk="0" fontAlgn="base" hangingPunct="0">
      <a:spcBef>
        <a:spcPct val="10000"/>
      </a:spcBef>
      <a:spcAft>
        <a:spcPct val="0"/>
      </a:spcAft>
      <a:defRPr sz="1200" kern="1200">
        <a:solidFill>
          <a:schemeClr val="tx1"/>
        </a:solidFill>
        <a:latin typeface="Bitstream Charter" pitchFamily="2" charset="0"/>
        <a:ea typeface="+mn-ea"/>
        <a:cs typeface="+mn-cs"/>
      </a:defRPr>
    </a:lvl4pPr>
    <a:lvl5pPr marL="1828800" algn="l" rtl="0" eaLnBrk="0" fontAlgn="base" hangingPunct="0">
      <a:spcBef>
        <a:spcPct val="10000"/>
      </a:spcBef>
      <a:spcAft>
        <a:spcPct val="0"/>
      </a:spcAft>
      <a:defRPr sz="1200" kern="1200">
        <a:solidFill>
          <a:schemeClr val="tx1"/>
        </a:solidFill>
        <a:latin typeface="Bitstream Charter" pitchFamily="2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www.informatik.tu-darmstadt.de/systems" TargetMode="Externa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61A095C1-A07F-F6A4-A853-01D4C8E1E95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9388" y="284163"/>
            <a:ext cx="8786812" cy="1566862"/>
          </a:xfrm>
          <a:prstGeom prst="rect">
            <a:avLst/>
          </a:prstGeom>
          <a:solidFill>
            <a:srgbClr val="9C1C26"/>
          </a:solidFill>
          <a:ln>
            <a:noFill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ctr" eaLnBrk="1" hangingPunct="1">
              <a:defRPr/>
            </a:pPr>
            <a:endParaRPr lang="de-DE" altLang="de-DE"/>
          </a:p>
        </p:txBody>
      </p:sp>
      <p:sp>
        <p:nvSpPr>
          <p:cNvPr id="4" name="Rectangle 8">
            <a:extLst>
              <a:ext uri="{FF2B5EF4-FFF2-40B4-BE49-F238E27FC236}">
                <a16:creationId xmlns:a16="http://schemas.microsoft.com/office/drawing/2014/main" id="{1E393069-EEB7-DA41-DB57-D7E1BD9E5B6E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79388" y="155575"/>
            <a:ext cx="8786812" cy="109538"/>
          </a:xfrm>
          <a:prstGeom prst="rect">
            <a:avLst/>
          </a:prstGeom>
          <a:solidFill>
            <a:srgbClr val="9C1C26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eaLnBrk="1" hangingPunct="1">
              <a:defRPr/>
            </a:pPr>
            <a:endParaRPr lang="de-DE" altLang="de-DE">
              <a:cs typeface="Tahoma" pitchFamily="34" charset="0"/>
            </a:endParaRPr>
          </a:p>
        </p:txBody>
      </p:sp>
      <p:sp>
        <p:nvSpPr>
          <p:cNvPr id="5" name="Line 14">
            <a:extLst>
              <a:ext uri="{FF2B5EF4-FFF2-40B4-BE49-F238E27FC236}">
                <a16:creationId xmlns:a16="http://schemas.microsoft.com/office/drawing/2014/main" id="{DFB720B0-B14A-4054-F9AC-E00EF3D24123}"/>
              </a:ext>
            </a:extLst>
          </p:cNvPr>
          <p:cNvSpPr>
            <a:spLocks noChangeShapeType="1"/>
          </p:cNvSpPr>
          <p:nvPr userDrawn="1"/>
        </p:nvSpPr>
        <p:spPr bwMode="auto">
          <a:xfrm>
            <a:off x="179388" y="1851025"/>
            <a:ext cx="8786812" cy="0"/>
          </a:xfrm>
          <a:prstGeom prst="line">
            <a:avLst/>
          </a:prstGeom>
          <a:noFill/>
          <a:ln w="762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" name="Line 15">
            <a:extLst>
              <a:ext uri="{FF2B5EF4-FFF2-40B4-BE49-F238E27FC236}">
                <a16:creationId xmlns:a16="http://schemas.microsoft.com/office/drawing/2014/main" id="{A6F609E3-B148-CAB3-C6AB-07258C0B75C7}"/>
              </a:ext>
            </a:extLst>
          </p:cNvPr>
          <p:cNvSpPr>
            <a:spLocks noChangeShapeType="1"/>
          </p:cNvSpPr>
          <p:nvPr userDrawn="1"/>
        </p:nvSpPr>
        <p:spPr bwMode="auto">
          <a:xfrm>
            <a:off x="179388" y="4775200"/>
            <a:ext cx="8786812" cy="0"/>
          </a:xfrm>
          <a:prstGeom prst="line">
            <a:avLst/>
          </a:prstGeom>
          <a:noFill/>
          <a:ln w="762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" name="Line 14">
            <a:extLst>
              <a:ext uri="{FF2B5EF4-FFF2-40B4-BE49-F238E27FC236}">
                <a16:creationId xmlns:a16="http://schemas.microsoft.com/office/drawing/2014/main" id="{D37362A2-77E1-4268-9065-E9547FC22273}"/>
              </a:ext>
            </a:extLst>
          </p:cNvPr>
          <p:cNvSpPr>
            <a:spLocks noChangeShapeType="1"/>
          </p:cNvSpPr>
          <p:nvPr userDrawn="1"/>
        </p:nvSpPr>
        <p:spPr bwMode="auto">
          <a:xfrm>
            <a:off x="179388" y="285750"/>
            <a:ext cx="8786812" cy="0"/>
          </a:xfrm>
          <a:prstGeom prst="line">
            <a:avLst/>
          </a:prstGeom>
          <a:noFill/>
          <a:ln w="1524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8" name="Fußzeilenplatzhalter 3">
            <a:extLst>
              <a:ext uri="{FF2B5EF4-FFF2-40B4-BE49-F238E27FC236}">
                <a16:creationId xmlns:a16="http://schemas.microsoft.com/office/drawing/2014/main" id="{C19BC082-84C3-9E39-4711-087A2B38AC6E}"/>
              </a:ext>
            </a:extLst>
          </p:cNvPr>
          <p:cNvSpPr txBox="1">
            <a:spLocks/>
          </p:cNvSpPr>
          <p:nvPr userDrawn="1"/>
        </p:nvSpPr>
        <p:spPr>
          <a:xfrm>
            <a:off x="84138" y="4803775"/>
            <a:ext cx="7273925" cy="173038"/>
          </a:xfrm>
          <a:prstGeom prst="rect">
            <a:avLst/>
          </a:prstGeom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D4C9207C-9F80-4C03-91CA-81700BC7AF91}" type="datetime1">
              <a:rPr lang="de-DE" altLang="en-US" sz="1000" smtClean="0">
                <a:cs typeface="Tahoma" panose="020B0604030504040204" pitchFamily="34" charset="0"/>
              </a:rPr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12.01.23</a:t>
            </a:fld>
            <a:r>
              <a:rPr lang="de-DE" altLang="en-US" sz="1000">
                <a:cs typeface="Tahoma" panose="020B0604030504040204" pitchFamily="34" charset="0"/>
              </a:rPr>
              <a:t>  |  Institute </a:t>
            </a:r>
            <a:r>
              <a:rPr lang="en-US" sz="1000" err="1">
                <a:hlinkClick r:id="rId2"/>
              </a:rPr>
              <a:t>Systems@TUDa</a:t>
            </a:r>
            <a:r>
              <a:rPr lang="en-US" sz="1000">
                <a:hlinkClick r:id="rId2"/>
              </a:rPr>
              <a:t> Group</a:t>
            </a:r>
            <a:r>
              <a:rPr lang="de-DE" altLang="en-US" sz="1000">
                <a:cs typeface="Tahoma" panose="020B0604030504040204" pitchFamily="34" charset="0"/>
              </a:rPr>
              <a:t>  |  </a:t>
            </a:r>
            <a:r>
              <a:rPr lang="en-US" sz="1000"/>
              <a:t>Distributed and Networked Systems </a:t>
            </a:r>
            <a:r>
              <a:rPr lang="de-DE" altLang="en-US" sz="1000">
                <a:cs typeface="Tahoma" panose="020B0604030504040204" pitchFamily="34" charset="0"/>
              </a:rPr>
              <a:t>|  Prof. </a:t>
            </a:r>
            <a:r>
              <a:rPr lang="en-US" sz="1000" b="0" err="1"/>
              <a:t>Zsolt</a:t>
            </a:r>
            <a:r>
              <a:rPr lang="en-US" sz="1000" b="0"/>
              <a:t> István</a:t>
            </a:r>
            <a:r>
              <a:rPr lang="de-DE" altLang="en-US" sz="1000">
                <a:cs typeface="Tahoma" panose="020B0604030504040204" pitchFamily="34" charset="0"/>
              </a:rPr>
              <a:t>  |  Ritesh Shrestha</a:t>
            </a:r>
            <a:endParaRPr lang="en-US" sz="1000" b="0"/>
          </a:p>
          <a:p>
            <a:pPr eaLnBrk="1" hangingPunct="1">
              <a:defRPr/>
            </a:pPr>
            <a:endParaRPr lang="de-DE" altLang="en-US" sz="1000">
              <a:cs typeface="Tahoma" panose="020B0604030504040204" pitchFamily="34" charset="0"/>
            </a:endParaRPr>
          </a:p>
          <a:p>
            <a:pPr eaLnBrk="1" hangingPunct="1">
              <a:defRPr/>
            </a:pPr>
            <a:endParaRPr lang="de-DE" altLang="en-US" sz="1000">
              <a:cs typeface="Tahoma" panose="020B0604030504040204" pitchFamily="34" charset="0"/>
            </a:endParaRPr>
          </a:p>
        </p:txBody>
      </p:sp>
      <p:pic>
        <p:nvPicPr>
          <p:cNvPr id="9" name="Picture 9" descr="tud_logo">
            <a:extLst>
              <a:ext uri="{FF2B5EF4-FFF2-40B4-BE49-F238E27FC236}">
                <a16:creationId xmlns:a16="http://schemas.microsoft.com/office/drawing/2014/main" id="{E471B585-67A6-F6CC-DBA2-1FE1338C3F38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453"/>
          <a:stretch>
            <a:fillRect/>
          </a:stretch>
        </p:blipFill>
        <p:spPr bwMode="auto">
          <a:xfrm>
            <a:off x="7653338" y="401638"/>
            <a:ext cx="1427162" cy="5857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7044" name="Rectangle 4"/>
          <p:cNvSpPr>
            <a:spLocks noGrp="1" noChangeArrowheads="1"/>
          </p:cNvSpPr>
          <p:nvPr>
            <p:ph type="subTitle" idx="1"/>
          </p:nvPr>
        </p:nvSpPr>
        <p:spPr>
          <a:xfrm>
            <a:off x="251520" y="1095623"/>
            <a:ext cx="6840760" cy="708422"/>
          </a:xfrm>
        </p:spPr>
        <p:txBody>
          <a:bodyPr tIns="0" bIns="0"/>
          <a:lstStyle>
            <a:lvl1pPr marL="0" indent="0">
              <a:spcBef>
                <a:spcPct val="0"/>
              </a:spcBef>
              <a:buFont typeface="Wingdings" pitchFamily="2" charset="2"/>
              <a:buNone/>
              <a:defRPr b="1">
                <a:solidFill>
                  <a:schemeClr val="bg1"/>
                </a:solidFill>
              </a:defRPr>
            </a:lvl1pPr>
          </a:lstStyle>
          <a:p>
            <a:r>
              <a:rPr lang="de-DE" dirty="0"/>
              <a:t>Formatvorlage des Untertitelmasters durch Klicken bearbeiten</a:t>
            </a:r>
          </a:p>
        </p:txBody>
      </p:sp>
      <p:sp>
        <p:nvSpPr>
          <p:cNvPr id="12" name="Titel 11"/>
          <p:cNvSpPr>
            <a:spLocks noGrp="1"/>
          </p:cNvSpPr>
          <p:nvPr>
            <p:ph type="title"/>
          </p:nvPr>
        </p:nvSpPr>
        <p:spPr>
          <a:xfrm>
            <a:off x="270898" y="375294"/>
            <a:ext cx="6821383" cy="62865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de-DE" dirty="0"/>
              <a:t>Titelmasterformat durch Klicken bearbeiten</a:t>
            </a:r>
          </a:p>
        </p:txBody>
      </p:sp>
    </p:spTree>
    <p:extLst>
      <p:ext uri="{BB962C8B-B14F-4D97-AF65-F5344CB8AC3E}">
        <p14:creationId xmlns:p14="http://schemas.microsoft.com/office/powerpoint/2010/main" val="18552005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181500" y="366712"/>
            <a:ext cx="6821383" cy="628650"/>
          </a:xfrm>
        </p:spPr>
        <p:txBody>
          <a:bodyPr/>
          <a:lstStyle/>
          <a:p>
            <a:r>
              <a:rPr lang="de-DE"/>
              <a:t>Titelmasterformat durch Klicken bearbeiten</a:t>
            </a:r>
          </a:p>
        </p:txBody>
      </p:sp>
      <p:sp>
        <p:nvSpPr>
          <p:cNvPr id="5" name="Inhaltsplatzhalter 2"/>
          <p:cNvSpPr>
            <a:spLocks noGrp="1"/>
          </p:cNvSpPr>
          <p:nvPr>
            <p:ph idx="11"/>
          </p:nvPr>
        </p:nvSpPr>
        <p:spPr>
          <a:xfrm>
            <a:off x="180490" y="1185474"/>
            <a:ext cx="8783998" cy="3359957"/>
          </a:xfrm>
        </p:spPr>
        <p:txBody>
          <a:bodyPr/>
          <a:lstStyle/>
          <a:p>
            <a:pPr lvl="0"/>
            <a:r>
              <a:rPr lang="de-DE" dirty="0"/>
              <a:t>Textmasterformate durch Klicken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</p:spTree>
    <p:extLst>
      <p:ext uri="{BB962C8B-B14F-4D97-AF65-F5344CB8AC3E}">
        <p14:creationId xmlns:p14="http://schemas.microsoft.com/office/powerpoint/2010/main" val="352565284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bschnitts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179513" y="3305177"/>
            <a:ext cx="8784975" cy="1021557"/>
          </a:xfrm>
        </p:spPr>
        <p:txBody>
          <a:bodyPr anchor="t"/>
          <a:lstStyle>
            <a:lvl1pPr algn="l">
              <a:defRPr sz="3200" b="1" cap="all"/>
            </a:lvl1pPr>
          </a:lstStyle>
          <a:p>
            <a:r>
              <a:rPr lang="de-DE" dirty="0"/>
              <a:t>Titelmasterformat durch Klicken bearbeiten</a:t>
            </a:r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179513" y="2180035"/>
            <a:ext cx="8784975" cy="1125140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de-DE" dirty="0"/>
              <a:t>Textmasterformate durch Klicken bearbeiten</a:t>
            </a:r>
          </a:p>
        </p:txBody>
      </p:sp>
    </p:spTree>
    <p:extLst>
      <p:ext uri="{BB962C8B-B14F-4D97-AF65-F5344CB8AC3E}">
        <p14:creationId xmlns:p14="http://schemas.microsoft.com/office/powerpoint/2010/main" val="19825780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181122" y="366712"/>
            <a:ext cx="6821383" cy="628650"/>
          </a:xfrm>
        </p:spPr>
        <p:txBody>
          <a:bodyPr/>
          <a:lstStyle/>
          <a:p>
            <a:r>
              <a:rPr lang="de-DE" dirty="0"/>
              <a:t>Titelmasterformat durch Klicken bearbeiten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sz="half" idx="1"/>
          </p:nvPr>
        </p:nvSpPr>
        <p:spPr>
          <a:xfrm>
            <a:off x="181121" y="1194198"/>
            <a:ext cx="4357220" cy="3413536"/>
          </a:xfrm>
        </p:spPr>
        <p:txBody>
          <a:bodyPr/>
          <a:lstStyle>
            <a:lvl1pPr marL="0" indent="0">
              <a:defRPr sz="2000"/>
            </a:lvl1pPr>
            <a:lvl2pPr>
              <a:defRPr sz="20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de-DE" dirty="0"/>
              <a:t>Textmasterformate durch Klicken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sp>
        <p:nvSpPr>
          <p:cNvPr id="5" name="Inhaltsplatzhalter 2"/>
          <p:cNvSpPr>
            <a:spLocks noGrp="1"/>
          </p:cNvSpPr>
          <p:nvPr>
            <p:ph sz="half" idx="10"/>
          </p:nvPr>
        </p:nvSpPr>
        <p:spPr>
          <a:xfrm>
            <a:off x="4663618" y="1194198"/>
            <a:ext cx="4300870" cy="3413536"/>
          </a:xfrm>
        </p:spPr>
        <p:txBody>
          <a:bodyPr/>
          <a:lstStyle>
            <a:lvl1pPr marL="0" indent="0">
              <a:defRPr sz="2000"/>
            </a:lvl1pPr>
            <a:lvl2pPr>
              <a:defRPr sz="20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de-DE" dirty="0"/>
              <a:t>Textmasterformate durch Klicken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</p:spTree>
    <p:extLst>
      <p:ext uri="{BB962C8B-B14F-4D97-AF65-F5344CB8AC3E}">
        <p14:creationId xmlns:p14="http://schemas.microsoft.com/office/powerpoint/2010/main" val="242844748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179514" y="366712"/>
            <a:ext cx="6808162" cy="628650"/>
          </a:xfrm>
        </p:spPr>
        <p:txBody>
          <a:bodyPr/>
          <a:lstStyle/>
          <a:p>
            <a:r>
              <a:rPr lang="de-DE" dirty="0"/>
              <a:t>Titelmasterformat durch Klicken bearbeiten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sz="half" idx="1"/>
          </p:nvPr>
        </p:nvSpPr>
        <p:spPr>
          <a:xfrm>
            <a:off x="179514" y="1194197"/>
            <a:ext cx="2860710" cy="3486072"/>
          </a:xfrm>
        </p:spPr>
        <p:txBody>
          <a:bodyPr/>
          <a:lstStyle>
            <a:lvl1pPr marL="0" indent="0">
              <a:defRPr sz="2000"/>
            </a:lvl1pPr>
            <a:lvl2pPr>
              <a:defRPr sz="20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de-DE" dirty="0"/>
              <a:t>Textmasterformate durch Klicken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sp>
        <p:nvSpPr>
          <p:cNvPr id="9" name="Inhaltsplatzhalter 2"/>
          <p:cNvSpPr>
            <a:spLocks noGrp="1"/>
          </p:cNvSpPr>
          <p:nvPr>
            <p:ph sz="half" idx="10"/>
          </p:nvPr>
        </p:nvSpPr>
        <p:spPr>
          <a:xfrm>
            <a:off x="3131840" y="1194197"/>
            <a:ext cx="2860710" cy="3486072"/>
          </a:xfrm>
        </p:spPr>
        <p:txBody>
          <a:bodyPr/>
          <a:lstStyle>
            <a:lvl1pPr marL="0" indent="0">
              <a:defRPr sz="2000"/>
            </a:lvl1pPr>
            <a:lvl2pPr>
              <a:defRPr sz="20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de-DE" dirty="0"/>
              <a:t>Textmasterformate durch Klicken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sp>
        <p:nvSpPr>
          <p:cNvPr id="11" name="Inhaltsplatzhalter 2"/>
          <p:cNvSpPr>
            <a:spLocks noGrp="1"/>
          </p:cNvSpPr>
          <p:nvPr>
            <p:ph sz="half" idx="12"/>
          </p:nvPr>
        </p:nvSpPr>
        <p:spPr>
          <a:xfrm>
            <a:off x="6084168" y="1194197"/>
            <a:ext cx="2880320" cy="3486072"/>
          </a:xfrm>
        </p:spPr>
        <p:txBody>
          <a:bodyPr/>
          <a:lstStyle>
            <a:lvl1pPr marL="0" indent="0">
              <a:defRPr sz="2000"/>
            </a:lvl1pPr>
            <a:lvl2pPr>
              <a:defRPr sz="20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de-DE" dirty="0"/>
              <a:t>Textmasterformate durch Klicken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</p:spTree>
    <p:extLst>
      <p:ext uri="{BB962C8B-B14F-4D97-AF65-F5344CB8AC3E}">
        <p14:creationId xmlns:p14="http://schemas.microsoft.com/office/powerpoint/2010/main" val="354850027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179514" y="366712"/>
            <a:ext cx="6808162" cy="628650"/>
          </a:xfrm>
        </p:spPr>
        <p:txBody>
          <a:bodyPr/>
          <a:lstStyle/>
          <a:p>
            <a:r>
              <a:rPr lang="de-DE" dirty="0"/>
              <a:t>Titelmasterformat durch Klicken bearbeiten</a:t>
            </a:r>
          </a:p>
        </p:txBody>
      </p:sp>
    </p:spTree>
    <p:extLst>
      <p:ext uri="{BB962C8B-B14F-4D97-AF65-F5344CB8AC3E}">
        <p14:creationId xmlns:p14="http://schemas.microsoft.com/office/powerpoint/2010/main" val="363819797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4199431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3419872" y="1184707"/>
            <a:ext cx="5544616" cy="3430580"/>
          </a:xfrm>
        </p:spPr>
        <p:txBody>
          <a:bodyPr/>
          <a:lstStyle>
            <a:lvl1pPr>
              <a:defRPr sz="2000"/>
            </a:lvl1pPr>
            <a:lvl2pPr>
              <a:defRPr sz="20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 dirty="0"/>
              <a:t>Textmasterformate durch Klicken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sp>
        <p:nvSpPr>
          <p:cNvPr id="4" name="Textplatzhalter 3"/>
          <p:cNvSpPr>
            <a:spLocks noGrp="1"/>
          </p:cNvSpPr>
          <p:nvPr>
            <p:ph type="body" sz="half" idx="2"/>
          </p:nvPr>
        </p:nvSpPr>
        <p:spPr>
          <a:xfrm>
            <a:off x="179512" y="1184707"/>
            <a:ext cx="3147109" cy="3430580"/>
          </a:xfrm>
        </p:spPr>
        <p:txBody>
          <a:bodyPr/>
          <a:lstStyle>
            <a:lvl1pPr marL="0" indent="0">
              <a:buNone/>
              <a:defRPr sz="20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de-DE" dirty="0"/>
              <a:t>Textmasterformate durch Klicken bearbeiten</a:t>
            </a:r>
          </a:p>
        </p:txBody>
      </p:sp>
      <p:sp>
        <p:nvSpPr>
          <p:cNvPr id="5" name="Titel 1"/>
          <p:cNvSpPr>
            <a:spLocks noGrp="1"/>
          </p:cNvSpPr>
          <p:nvPr>
            <p:ph type="title"/>
          </p:nvPr>
        </p:nvSpPr>
        <p:spPr>
          <a:xfrm>
            <a:off x="179512" y="366712"/>
            <a:ext cx="6840000" cy="628650"/>
          </a:xfrm>
        </p:spPr>
        <p:txBody>
          <a:bodyPr/>
          <a:lstStyle/>
          <a:p>
            <a:r>
              <a:rPr lang="de-DE" dirty="0"/>
              <a:t>Titelmasterformat durch Klicken bearbeiten</a:t>
            </a:r>
          </a:p>
        </p:txBody>
      </p:sp>
    </p:spTree>
    <p:extLst>
      <p:ext uri="{BB962C8B-B14F-4D97-AF65-F5344CB8AC3E}">
        <p14:creationId xmlns:p14="http://schemas.microsoft.com/office/powerpoint/2010/main" val="245736905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de-DE"/>
              <a:t>Titelmasterformat durch Klicken bearbeiten</a:t>
            </a:r>
          </a:p>
        </p:txBody>
      </p:sp>
      <p:sp>
        <p:nvSpPr>
          <p:cNvPr id="3" name="Bildplatzhalter 2"/>
          <p:cNvSpPr>
            <a:spLocks noGrp="1"/>
          </p:cNvSpPr>
          <p:nvPr>
            <p:ph type="pic" idx="1"/>
          </p:nvPr>
        </p:nvSpPr>
        <p:spPr>
          <a:xfrm>
            <a:off x="1792288" y="1185555"/>
            <a:ext cx="5486400" cy="2333059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de-DE" noProof="0"/>
              <a:t>Bild durch Klicken auf Symbol hinzufügen</a:t>
            </a:r>
          </a:p>
        </p:txBody>
      </p:sp>
      <p:sp>
        <p:nvSpPr>
          <p:cNvPr id="4" name="Textplatzhalter 3"/>
          <p:cNvSpPr>
            <a:spLocks noGrp="1"/>
          </p:cNvSpPr>
          <p:nvPr>
            <p:ph type="body" sz="half" idx="2"/>
          </p:nvPr>
        </p:nvSpPr>
        <p:spPr>
          <a:xfrm>
            <a:off x="1792288" y="4025504"/>
            <a:ext cx="5486400" cy="60364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de-DE"/>
              <a:t>Textmasterformate durch Klicken bearbeiten</a:t>
            </a:r>
          </a:p>
        </p:txBody>
      </p:sp>
    </p:spTree>
    <p:extLst>
      <p:ext uri="{BB962C8B-B14F-4D97-AF65-F5344CB8AC3E}">
        <p14:creationId xmlns:p14="http://schemas.microsoft.com/office/powerpoint/2010/main" val="260979217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hyperlink" Target="https://www.informatik.tu-darmstadt.de/systems" TargetMode="Externa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13">
            <a:extLst>
              <a:ext uri="{FF2B5EF4-FFF2-40B4-BE49-F238E27FC236}">
                <a16:creationId xmlns:a16="http://schemas.microsoft.com/office/drawing/2014/main" id="{5DE6B28B-1924-6586-93DE-A8B7125F990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9388" y="565150"/>
            <a:ext cx="8713787" cy="811213"/>
          </a:xfrm>
          <a:prstGeom prst="rect">
            <a:avLst/>
          </a:prstGeom>
          <a:noFill/>
          <a:ln>
            <a:noFill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eaLnBrk="1" hangingPunct="1">
              <a:defRPr/>
            </a:pPr>
            <a:endParaRPr lang="de-DE" altLang="de-DE">
              <a:cs typeface="Tahoma" pitchFamily="34" charset="0"/>
            </a:endParaRPr>
          </a:p>
        </p:txBody>
      </p:sp>
      <p:sp>
        <p:nvSpPr>
          <p:cNvPr id="1027" name="Rectangle 2">
            <a:extLst>
              <a:ext uri="{FF2B5EF4-FFF2-40B4-BE49-F238E27FC236}">
                <a16:creationId xmlns:a16="http://schemas.microsoft.com/office/drawing/2014/main" id="{F8845DD2-FED3-B722-60E5-2D5584F4974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177800" y="385763"/>
            <a:ext cx="7131050" cy="628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de-DE" altLang="de-DE" dirty="0"/>
              <a:t>Study and Evaluation of Sharding in Distributed Databases</a:t>
            </a:r>
          </a:p>
        </p:txBody>
      </p:sp>
      <p:sp>
        <p:nvSpPr>
          <p:cNvPr id="1028" name="Rectangle 3">
            <a:extLst>
              <a:ext uri="{FF2B5EF4-FFF2-40B4-BE49-F238E27FC236}">
                <a16:creationId xmlns:a16="http://schemas.microsoft.com/office/drawing/2014/main" id="{0E3DD2D1-FF1A-23DD-8EA5-98A5B997172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179388" y="1203325"/>
            <a:ext cx="8786812" cy="3429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45720" rIns="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de-DE" altLang="de-DE" dirty="0"/>
              <a:t>Textmasterformate durch Klicken bearbeiten</a:t>
            </a:r>
          </a:p>
          <a:p>
            <a:pPr lvl="1"/>
            <a:r>
              <a:rPr lang="de-DE" altLang="de-DE" dirty="0"/>
              <a:t>Zweite Ebene</a:t>
            </a:r>
          </a:p>
          <a:p>
            <a:pPr lvl="2"/>
            <a:r>
              <a:rPr lang="de-DE" altLang="de-DE" dirty="0"/>
              <a:t>Dritte Ebene</a:t>
            </a:r>
          </a:p>
          <a:p>
            <a:pPr lvl="3"/>
            <a:r>
              <a:rPr lang="de-DE" altLang="de-DE" dirty="0"/>
              <a:t>Vierte Ebene</a:t>
            </a:r>
          </a:p>
          <a:p>
            <a:pPr lvl="4"/>
            <a:r>
              <a:rPr lang="de-DE" altLang="de-DE" dirty="0"/>
              <a:t>Fünfte Ebene</a:t>
            </a:r>
          </a:p>
        </p:txBody>
      </p:sp>
      <p:sp>
        <p:nvSpPr>
          <p:cNvPr id="1029" name="Rectangle 8">
            <a:extLst>
              <a:ext uri="{FF2B5EF4-FFF2-40B4-BE49-F238E27FC236}">
                <a16:creationId xmlns:a16="http://schemas.microsoft.com/office/drawing/2014/main" id="{7EE7FA02-8471-10FC-E7F8-70BDA1ADB0D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9388" y="166688"/>
            <a:ext cx="8786812" cy="107950"/>
          </a:xfrm>
          <a:prstGeom prst="rect">
            <a:avLst/>
          </a:prstGeom>
          <a:solidFill>
            <a:srgbClr val="9C1C26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eaLnBrk="1" hangingPunct="1">
              <a:defRPr/>
            </a:pPr>
            <a:endParaRPr lang="de-DE" altLang="de-DE">
              <a:cs typeface="Tahoma" pitchFamily="34" charset="0"/>
            </a:endParaRPr>
          </a:p>
        </p:txBody>
      </p:sp>
      <p:sp>
        <p:nvSpPr>
          <p:cNvPr id="1030" name="Line 14">
            <a:extLst>
              <a:ext uri="{FF2B5EF4-FFF2-40B4-BE49-F238E27FC236}">
                <a16:creationId xmlns:a16="http://schemas.microsoft.com/office/drawing/2014/main" id="{99272A64-D8FF-AD00-A390-533C1648A8F5}"/>
              </a:ext>
            </a:extLst>
          </p:cNvPr>
          <p:cNvSpPr>
            <a:spLocks noChangeShapeType="1"/>
          </p:cNvSpPr>
          <p:nvPr/>
        </p:nvSpPr>
        <p:spPr bwMode="auto">
          <a:xfrm>
            <a:off x="179388" y="1106488"/>
            <a:ext cx="8786812" cy="0"/>
          </a:xfrm>
          <a:prstGeom prst="line">
            <a:avLst/>
          </a:prstGeom>
          <a:noFill/>
          <a:ln w="762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3" name="Fußzeilenplatzhalter 3">
            <a:extLst>
              <a:ext uri="{FF2B5EF4-FFF2-40B4-BE49-F238E27FC236}">
                <a16:creationId xmlns:a16="http://schemas.microsoft.com/office/drawing/2014/main" id="{AFC94279-DACA-3B83-0270-80797EAB29F2}"/>
              </a:ext>
            </a:extLst>
          </p:cNvPr>
          <p:cNvSpPr txBox="1">
            <a:spLocks/>
          </p:cNvSpPr>
          <p:nvPr userDrawn="1"/>
        </p:nvSpPr>
        <p:spPr>
          <a:xfrm>
            <a:off x="84138" y="4803775"/>
            <a:ext cx="7273925" cy="173038"/>
          </a:xfrm>
          <a:prstGeom prst="rect">
            <a:avLst/>
          </a:prstGeom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D4C9207C-9F80-4C03-91CA-81700BC7AF91}" type="datetime1">
              <a:rPr lang="de-DE" altLang="en-US" sz="1000" smtClean="0">
                <a:cs typeface="Tahoma" panose="020B0604030504040204" pitchFamily="34" charset="0"/>
              </a:rPr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12.01.23</a:t>
            </a:fld>
            <a:r>
              <a:rPr lang="de-DE" altLang="en-US" sz="1000">
                <a:cs typeface="Tahoma" panose="020B0604030504040204" pitchFamily="34" charset="0"/>
              </a:rPr>
              <a:t>  |  Institute </a:t>
            </a:r>
            <a:r>
              <a:rPr lang="en-US" sz="1000" err="1">
                <a:hlinkClick r:id="rId11"/>
              </a:rPr>
              <a:t>Systems@TUDa</a:t>
            </a:r>
            <a:r>
              <a:rPr lang="en-US" sz="1000">
                <a:hlinkClick r:id="rId11"/>
              </a:rPr>
              <a:t> Group</a:t>
            </a:r>
            <a:r>
              <a:rPr lang="de-DE" altLang="en-US" sz="1000">
                <a:cs typeface="Tahoma" panose="020B0604030504040204" pitchFamily="34" charset="0"/>
              </a:rPr>
              <a:t>  |  </a:t>
            </a:r>
            <a:r>
              <a:rPr lang="en-US" sz="1000"/>
              <a:t>Distributed and Networked Systems </a:t>
            </a:r>
            <a:r>
              <a:rPr lang="de-DE" altLang="en-US" sz="1000">
                <a:cs typeface="Tahoma" panose="020B0604030504040204" pitchFamily="34" charset="0"/>
              </a:rPr>
              <a:t>|  Prof. </a:t>
            </a:r>
            <a:r>
              <a:rPr lang="en-US" sz="1000" b="0" err="1"/>
              <a:t>Zsolt</a:t>
            </a:r>
            <a:r>
              <a:rPr lang="en-US" sz="1000" b="0"/>
              <a:t> István</a:t>
            </a:r>
            <a:r>
              <a:rPr lang="de-DE" altLang="en-US" sz="1000">
                <a:cs typeface="Tahoma" panose="020B0604030504040204" pitchFamily="34" charset="0"/>
              </a:rPr>
              <a:t>  |  Ritesh Shrestha</a:t>
            </a:r>
            <a:endParaRPr lang="en-US" sz="1000" b="0"/>
          </a:p>
          <a:p>
            <a:pPr eaLnBrk="1" hangingPunct="1">
              <a:defRPr/>
            </a:pPr>
            <a:endParaRPr lang="de-DE" altLang="en-US" sz="1000">
              <a:cs typeface="Tahoma" panose="020B0604030504040204" pitchFamily="34" charset="0"/>
            </a:endParaRPr>
          </a:p>
          <a:p>
            <a:pPr eaLnBrk="1" hangingPunct="1">
              <a:defRPr/>
            </a:pPr>
            <a:endParaRPr lang="de-DE" altLang="en-US" sz="1000">
              <a:cs typeface="Tahoma" panose="020B0604030504040204" pitchFamily="34" charset="0"/>
            </a:endParaRPr>
          </a:p>
        </p:txBody>
      </p:sp>
      <p:sp>
        <p:nvSpPr>
          <p:cNvPr id="2" name="Line 14">
            <a:extLst>
              <a:ext uri="{FF2B5EF4-FFF2-40B4-BE49-F238E27FC236}">
                <a16:creationId xmlns:a16="http://schemas.microsoft.com/office/drawing/2014/main" id="{1438C681-3711-3EDF-FA28-EE6091644027}"/>
              </a:ext>
            </a:extLst>
          </p:cNvPr>
          <p:cNvSpPr>
            <a:spLocks noChangeShapeType="1"/>
          </p:cNvSpPr>
          <p:nvPr userDrawn="1"/>
        </p:nvSpPr>
        <p:spPr bwMode="auto">
          <a:xfrm>
            <a:off x="179388" y="296863"/>
            <a:ext cx="8786812" cy="0"/>
          </a:xfrm>
          <a:prstGeom prst="line">
            <a:avLst/>
          </a:prstGeom>
          <a:noFill/>
          <a:ln w="1524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34" name="Line 15">
            <a:extLst>
              <a:ext uri="{FF2B5EF4-FFF2-40B4-BE49-F238E27FC236}">
                <a16:creationId xmlns:a16="http://schemas.microsoft.com/office/drawing/2014/main" id="{73DD820F-3D55-5B93-FBDD-8563B68BC986}"/>
              </a:ext>
            </a:extLst>
          </p:cNvPr>
          <p:cNvSpPr>
            <a:spLocks noChangeShapeType="1"/>
          </p:cNvSpPr>
          <p:nvPr userDrawn="1"/>
        </p:nvSpPr>
        <p:spPr bwMode="auto">
          <a:xfrm>
            <a:off x="179388" y="4775200"/>
            <a:ext cx="8786812" cy="0"/>
          </a:xfrm>
          <a:prstGeom prst="line">
            <a:avLst/>
          </a:prstGeom>
          <a:noFill/>
          <a:ln w="762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pic>
        <p:nvPicPr>
          <p:cNvPr id="1035" name="Picture 9" descr="tud_logo">
            <a:extLst>
              <a:ext uri="{FF2B5EF4-FFF2-40B4-BE49-F238E27FC236}">
                <a16:creationId xmlns:a16="http://schemas.microsoft.com/office/drawing/2014/main" id="{90B65A66-6CE8-308A-F32F-3B4CFABDF96F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453"/>
          <a:stretch>
            <a:fillRect/>
          </a:stretch>
        </p:blipFill>
        <p:spPr bwMode="auto">
          <a:xfrm>
            <a:off x="7653338" y="401638"/>
            <a:ext cx="1427162" cy="5857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88" r:id="rId1"/>
    <p:sldLayoutId id="2147483680" r:id="rId2"/>
    <p:sldLayoutId id="2147483681" r:id="rId3"/>
    <p:sldLayoutId id="2147483682" r:id="rId4"/>
    <p:sldLayoutId id="2147483683" r:id="rId5"/>
    <p:sldLayoutId id="2147483684" r:id="rId6"/>
    <p:sldLayoutId id="2147483685" r:id="rId7"/>
    <p:sldLayoutId id="2147483686" r:id="rId8"/>
    <p:sldLayoutId id="2147483687" r:id="rId9"/>
  </p:sldLayoutIdLst>
  <p:hf hdr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2400" b="1">
          <a:solidFill>
            <a:schemeClr val="tx1"/>
          </a:solidFill>
          <a:latin typeface="+mn-lt"/>
          <a:ea typeface="+mj-ea"/>
          <a:cs typeface="Tahoma" pitchFamily="34" charset="0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2400" b="1">
          <a:solidFill>
            <a:schemeClr val="tx1"/>
          </a:solidFill>
          <a:latin typeface="Arial" charset="0"/>
          <a:cs typeface="Tahoma" pitchFamily="34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2400" b="1">
          <a:solidFill>
            <a:schemeClr val="tx1"/>
          </a:solidFill>
          <a:latin typeface="Arial" charset="0"/>
          <a:cs typeface="Tahoma" pitchFamily="34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2400" b="1">
          <a:solidFill>
            <a:schemeClr val="tx1"/>
          </a:solidFill>
          <a:latin typeface="Arial" charset="0"/>
          <a:cs typeface="Tahoma" pitchFamily="34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2400" b="1">
          <a:solidFill>
            <a:schemeClr val="tx1"/>
          </a:solidFill>
          <a:latin typeface="Arial" charset="0"/>
          <a:cs typeface="Tahoma" pitchFamily="34" charset="0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2400" b="1">
          <a:solidFill>
            <a:schemeClr val="tx1"/>
          </a:solidFill>
          <a:latin typeface="Arial" charset="0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2400" b="1">
          <a:solidFill>
            <a:schemeClr val="tx1"/>
          </a:solidFill>
          <a:latin typeface="Arial" charset="0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2400" b="1">
          <a:solidFill>
            <a:schemeClr val="tx1"/>
          </a:solidFill>
          <a:latin typeface="Arial" charset="0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2400" b="1">
          <a:solidFill>
            <a:schemeClr val="tx1"/>
          </a:solidFill>
          <a:latin typeface="Arial" charset="0"/>
        </a:defRPr>
      </a:lvl9pPr>
    </p:titleStyle>
    <p:bodyStyle>
      <a:lvl1pPr marL="179388" indent="-179388" algn="l" rtl="0" eaLnBrk="0" fontAlgn="base" hangingPunct="0">
        <a:lnSpc>
          <a:spcPct val="130000"/>
        </a:lnSpc>
        <a:spcBef>
          <a:spcPts val="200"/>
        </a:spcBef>
        <a:spcAft>
          <a:spcPts val="225"/>
        </a:spcAft>
        <a:buFont typeface="Wingdings" panose="05000000000000000000" pitchFamily="2" charset="2"/>
        <a:defRPr sz="2000">
          <a:solidFill>
            <a:schemeClr val="tx1"/>
          </a:solidFill>
          <a:latin typeface="+mn-lt"/>
          <a:ea typeface="+mn-ea"/>
          <a:cs typeface="Tahoma" pitchFamily="34" charset="0"/>
        </a:defRPr>
      </a:lvl1pPr>
      <a:lvl2pPr marL="179388" indent="-177800" algn="l" rtl="0" eaLnBrk="0" fontAlgn="base" hangingPunct="0">
        <a:lnSpc>
          <a:spcPct val="130000"/>
        </a:lnSpc>
        <a:spcBef>
          <a:spcPts val="200"/>
        </a:spcBef>
        <a:spcAft>
          <a:spcPts val="225"/>
        </a:spcAft>
        <a:buFont typeface="Wingdings" panose="05000000000000000000" pitchFamily="2" charset="2"/>
        <a:buChar char="§"/>
        <a:defRPr sz="2000">
          <a:solidFill>
            <a:schemeClr val="tx1"/>
          </a:solidFill>
          <a:latin typeface="+mn-lt"/>
          <a:cs typeface="Tahoma" pitchFamily="34" charset="0"/>
        </a:defRPr>
      </a:lvl2pPr>
      <a:lvl3pPr marL="538163" indent="-187325" algn="l" rtl="0" eaLnBrk="0" fontAlgn="base" hangingPunct="0">
        <a:lnSpc>
          <a:spcPct val="130000"/>
        </a:lnSpc>
        <a:spcBef>
          <a:spcPts val="200"/>
        </a:spcBef>
        <a:spcAft>
          <a:spcPts val="225"/>
        </a:spcAft>
        <a:buFont typeface="Wingdings" panose="05000000000000000000" pitchFamily="2" charset="2"/>
        <a:buChar char="§"/>
        <a:defRPr>
          <a:solidFill>
            <a:schemeClr val="tx1"/>
          </a:solidFill>
          <a:latin typeface="+mn-lt"/>
          <a:cs typeface="Tahoma" pitchFamily="34" charset="0"/>
        </a:defRPr>
      </a:lvl3pPr>
      <a:lvl4pPr marL="717550" indent="-173038" algn="l" rtl="0" eaLnBrk="0" fontAlgn="base" hangingPunct="0">
        <a:lnSpc>
          <a:spcPct val="130000"/>
        </a:lnSpc>
        <a:spcBef>
          <a:spcPts val="200"/>
        </a:spcBef>
        <a:spcAft>
          <a:spcPts val="225"/>
        </a:spcAft>
        <a:buFont typeface="Wingdings" panose="05000000000000000000" pitchFamily="2" charset="2"/>
        <a:buChar char="§"/>
        <a:defRPr sz="1600">
          <a:solidFill>
            <a:schemeClr val="tx1"/>
          </a:solidFill>
          <a:latin typeface="+mn-lt"/>
          <a:cs typeface="Tahoma" pitchFamily="34" charset="0"/>
        </a:defRPr>
      </a:lvl4pPr>
      <a:lvl5pPr marL="908050" indent="-188913" algn="l" rtl="0" eaLnBrk="0" fontAlgn="base" hangingPunct="0">
        <a:lnSpc>
          <a:spcPct val="130000"/>
        </a:lnSpc>
        <a:spcBef>
          <a:spcPts val="200"/>
        </a:spcBef>
        <a:spcAft>
          <a:spcPts val="225"/>
        </a:spcAft>
        <a:buFont typeface="Wingdings" panose="05000000000000000000" pitchFamily="2" charset="2"/>
        <a:buChar char="§"/>
        <a:defRPr sz="1600">
          <a:solidFill>
            <a:schemeClr val="tx1"/>
          </a:solidFill>
          <a:latin typeface="+mn-lt"/>
          <a:cs typeface="Tahoma" pitchFamily="34" charset="0"/>
        </a:defRPr>
      </a:lvl5pPr>
      <a:lvl6pPr marL="1365250" indent="-188913" algn="l" rtl="0" eaLnBrk="1" fontAlgn="base" hangingPunct="1">
        <a:spcBef>
          <a:spcPct val="20000"/>
        </a:spcBef>
        <a:spcAft>
          <a:spcPct val="0"/>
        </a:spcAft>
        <a:buFont typeface="Wingdings" pitchFamily="2" charset="2"/>
        <a:buChar char="§"/>
        <a:defRPr sz="1600">
          <a:solidFill>
            <a:schemeClr val="tx1"/>
          </a:solidFill>
          <a:latin typeface="+mn-lt"/>
        </a:defRPr>
      </a:lvl6pPr>
      <a:lvl7pPr marL="1822450" indent="-188913" algn="l" rtl="0" eaLnBrk="1" fontAlgn="base" hangingPunct="1">
        <a:spcBef>
          <a:spcPct val="20000"/>
        </a:spcBef>
        <a:spcAft>
          <a:spcPct val="0"/>
        </a:spcAft>
        <a:buFont typeface="Wingdings" pitchFamily="2" charset="2"/>
        <a:buChar char="§"/>
        <a:defRPr sz="1600">
          <a:solidFill>
            <a:schemeClr val="tx1"/>
          </a:solidFill>
          <a:latin typeface="+mn-lt"/>
        </a:defRPr>
      </a:lvl7pPr>
      <a:lvl8pPr marL="2279650" indent="-188913" algn="l" rtl="0" eaLnBrk="1" fontAlgn="base" hangingPunct="1">
        <a:spcBef>
          <a:spcPct val="20000"/>
        </a:spcBef>
        <a:spcAft>
          <a:spcPct val="0"/>
        </a:spcAft>
        <a:buFont typeface="Wingdings" pitchFamily="2" charset="2"/>
        <a:buChar char="§"/>
        <a:defRPr sz="1600">
          <a:solidFill>
            <a:schemeClr val="tx1"/>
          </a:solidFill>
          <a:latin typeface="+mn-lt"/>
        </a:defRPr>
      </a:lvl8pPr>
      <a:lvl9pPr marL="2736850" indent="-188913" algn="l" rtl="0" eaLnBrk="1" fontAlgn="base" hangingPunct="1">
        <a:spcBef>
          <a:spcPct val="20000"/>
        </a:spcBef>
        <a:spcAft>
          <a:spcPct val="0"/>
        </a:spcAft>
        <a:buFont typeface="Wingdings" pitchFamily="2" charset="2"/>
        <a:buChar char="§"/>
        <a:defRPr sz="1600">
          <a:solidFill>
            <a:schemeClr val="tx1"/>
          </a:solidFill>
          <a:latin typeface="+mn-lt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Untertitel 1">
            <a:extLst>
              <a:ext uri="{FF2B5EF4-FFF2-40B4-BE49-F238E27FC236}">
                <a16:creationId xmlns:a16="http://schemas.microsoft.com/office/drawing/2014/main" id="{C1D603C1-3A6B-B3AB-B01D-7680A98B622B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250825" y="1087438"/>
            <a:ext cx="6842125" cy="708025"/>
          </a:xfrm>
        </p:spPr>
        <p:txBody>
          <a:bodyPr/>
          <a:lstStyle/>
          <a:p>
            <a:pPr eaLnBrk="1" hangingPunct="1"/>
            <a:r>
              <a:rPr lang="de-DE" altLang="de-DE" dirty="0"/>
              <a:t>A Database Optimization </a:t>
            </a:r>
            <a:r>
              <a:rPr lang="en-GB" altLang="de-DE" dirty="0"/>
              <a:t>Strategy (Scale Out)</a:t>
            </a:r>
          </a:p>
        </p:txBody>
      </p:sp>
      <p:sp>
        <p:nvSpPr>
          <p:cNvPr id="5123" name="Titel 2">
            <a:extLst>
              <a:ext uri="{FF2B5EF4-FFF2-40B4-BE49-F238E27FC236}">
                <a16:creationId xmlns:a16="http://schemas.microsoft.com/office/drawing/2014/main" id="{41FBCA64-DA6D-F6A7-9F5E-4775E3FF8DB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71463" y="366713"/>
            <a:ext cx="6821487" cy="628650"/>
          </a:xfrm>
        </p:spPr>
        <p:txBody>
          <a:bodyPr/>
          <a:lstStyle/>
          <a:p>
            <a:pPr eaLnBrk="1" hangingPunct="1"/>
            <a:r>
              <a:rPr lang="de-DE" altLang="de-DE"/>
              <a:t>Study and Evaluation of Sharding in Distributed Databases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F9113DBB-8DE1-546B-4AF0-1047D269E1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System Design (Abstract Overview)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2B757F50-8B9E-9A7C-F148-09FA32AEEBD0}"/>
              </a:ext>
            </a:extLst>
          </p:cNvPr>
          <p:cNvSpPr/>
          <p:nvPr/>
        </p:nvSpPr>
        <p:spPr>
          <a:xfrm>
            <a:off x="2310264" y="2515687"/>
            <a:ext cx="4364990" cy="848151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algn="ctr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110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</a:p>
          <a:p>
            <a:pPr marL="0" marR="0" algn="ctr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110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</a:p>
          <a:p>
            <a:pPr marL="0" marR="0" algn="ctr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110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Middleware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EFC6408-FB21-B420-DF0A-01DF62EB6C38}"/>
              </a:ext>
            </a:extLst>
          </p:cNvPr>
          <p:cNvSpPr/>
          <p:nvPr/>
        </p:nvSpPr>
        <p:spPr>
          <a:xfrm>
            <a:off x="2475320" y="2643758"/>
            <a:ext cx="826770" cy="37338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algn="ctr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80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Sites Management</a:t>
            </a:r>
            <a:endParaRPr lang="en-US" sz="1100"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1" name="Cylinder 10">
            <a:extLst>
              <a:ext uri="{FF2B5EF4-FFF2-40B4-BE49-F238E27FC236}">
                <a16:creationId xmlns:a16="http://schemas.microsoft.com/office/drawing/2014/main" id="{C6702F08-2141-C13E-DE30-6607953D3F9F}"/>
              </a:ext>
            </a:extLst>
          </p:cNvPr>
          <p:cNvSpPr/>
          <p:nvPr/>
        </p:nvSpPr>
        <p:spPr>
          <a:xfrm>
            <a:off x="3526924" y="3867894"/>
            <a:ext cx="715010" cy="659765"/>
          </a:xfrm>
          <a:prstGeom prst="can">
            <a:avLst/>
          </a:prstGeom>
          <a:ln>
            <a:solidFill>
              <a:schemeClr val="tx1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>
                <a:solidFill>
                  <a:schemeClr val="tx1"/>
                </a:solidFill>
              </a:rPr>
              <a:t>D</a:t>
            </a:r>
            <a:r>
              <a:rPr lang="en-US" baseline="-2500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12" name="Cylinder 11">
            <a:extLst>
              <a:ext uri="{FF2B5EF4-FFF2-40B4-BE49-F238E27FC236}">
                <a16:creationId xmlns:a16="http://schemas.microsoft.com/office/drawing/2014/main" id="{E21FF796-4B47-0C3E-8E1E-13984A92C4C1}"/>
              </a:ext>
            </a:extLst>
          </p:cNvPr>
          <p:cNvSpPr/>
          <p:nvPr/>
        </p:nvSpPr>
        <p:spPr>
          <a:xfrm>
            <a:off x="4743584" y="3867893"/>
            <a:ext cx="715010" cy="659765"/>
          </a:xfrm>
          <a:prstGeom prst="can">
            <a:avLst/>
          </a:prstGeom>
          <a:ln>
            <a:solidFill>
              <a:schemeClr val="tx1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>
                <a:solidFill>
                  <a:schemeClr val="tx1"/>
                </a:solidFill>
              </a:rPr>
              <a:t>D</a:t>
            </a:r>
            <a:r>
              <a:rPr lang="en-US" baseline="-25000">
                <a:solidFill>
                  <a:schemeClr val="tx1"/>
                </a:solidFill>
              </a:rPr>
              <a:t>3</a:t>
            </a:r>
          </a:p>
        </p:txBody>
      </p:sp>
      <p:sp>
        <p:nvSpPr>
          <p:cNvPr id="13" name="Cylinder 12">
            <a:extLst>
              <a:ext uri="{FF2B5EF4-FFF2-40B4-BE49-F238E27FC236}">
                <a16:creationId xmlns:a16="http://schemas.microsoft.com/office/drawing/2014/main" id="{0AD1A175-6C1E-1FE7-6435-1921E2508F24}"/>
              </a:ext>
            </a:extLst>
          </p:cNvPr>
          <p:cNvSpPr/>
          <p:nvPr/>
        </p:nvSpPr>
        <p:spPr>
          <a:xfrm>
            <a:off x="5960244" y="3867894"/>
            <a:ext cx="715010" cy="659765"/>
          </a:xfrm>
          <a:prstGeom prst="can">
            <a:avLst/>
          </a:prstGeom>
          <a:ln>
            <a:solidFill>
              <a:schemeClr val="tx1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err="1">
                <a:solidFill>
                  <a:schemeClr val="tx1"/>
                </a:solidFill>
              </a:rPr>
              <a:t>D</a:t>
            </a:r>
            <a:r>
              <a:rPr lang="en-US" baseline="-25000" err="1">
                <a:solidFill>
                  <a:schemeClr val="tx1"/>
                </a:solidFill>
              </a:rPr>
              <a:t>n</a:t>
            </a:r>
            <a:endParaRPr lang="en-US" baseline="-25000">
              <a:solidFill>
                <a:schemeClr val="tx1"/>
              </a:solidFill>
            </a:endParaRPr>
          </a:p>
        </p:txBody>
      </p:sp>
      <p:sp>
        <p:nvSpPr>
          <p:cNvPr id="14" name="Cylinder 13">
            <a:extLst>
              <a:ext uri="{FF2B5EF4-FFF2-40B4-BE49-F238E27FC236}">
                <a16:creationId xmlns:a16="http://schemas.microsoft.com/office/drawing/2014/main" id="{79B8FC02-653A-19E2-496B-EBA10F08C087}"/>
              </a:ext>
            </a:extLst>
          </p:cNvPr>
          <p:cNvSpPr/>
          <p:nvPr/>
        </p:nvSpPr>
        <p:spPr>
          <a:xfrm>
            <a:off x="2310264" y="3867894"/>
            <a:ext cx="715010" cy="659765"/>
          </a:xfrm>
          <a:prstGeom prst="can">
            <a:avLst/>
          </a:prstGeom>
          <a:ln>
            <a:solidFill>
              <a:schemeClr val="tx1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>
                <a:solidFill>
                  <a:schemeClr val="tx1"/>
                </a:solidFill>
              </a:rPr>
              <a:t>D</a:t>
            </a:r>
            <a:r>
              <a:rPr lang="en-US" baseline="-2500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4C40D86C-7F58-FE1E-73A0-1A640DCD734A}"/>
              </a:ext>
            </a:extLst>
          </p:cNvPr>
          <p:cNvSpPr/>
          <p:nvPr/>
        </p:nvSpPr>
        <p:spPr>
          <a:xfrm>
            <a:off x="4613002" y="2643758"/>
            <a:ext cx="826770" cy="37338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algn="ctr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800">
                <a:ea typeface="Calibri" panose="020F0502020204030204" pitchFamily="34" charset="0"/>
                <a:cs typeface="Times New Roman" panose="02020603050405020304" pitchFamily="18" charset="0"/>
              </a:rPr>
              <a:t>Query Routing</a:t>
            </a:r>
            <a:endParaRPr lang="en-US" sz="1100"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F62DC870-80FF-D282-0707-A60B64222B56}"/>
              </a:ext>
            </a:extLst>
          </p:cNvPr>
          <p:cNvSpPr/>
          <p:nvPr/>
        </p:nvSpPr>
        <p:spPr>
          <a:xfrm>
            <a:off x="5679943" y="2643758"/>
            <a:ext cx="826770" cy="37338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algn="ctr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80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Result Compilation</a:t>
            </a:r>
            <a:endParaRPr lang="en-US" sz="1100"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4FCC90ED-1545-8742-9E1B-BA85D43FE484}"/>
              </a:ext>
            </a:extLst>
          </p:cNvPr>
          <p:cNvSpPr/>
          <p:nvPr/>
        </p:nvSpPr>
        <p:spPr>
          <a:xfrm>
            <a:off x="3544161" y="2643758"/>
            <a:ext cx="826770" cy="37338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algn="ctr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80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Sharding Algorithm</a:t>
            </a:r>
            <a:endParaRPr lang="en-US" sz="1100"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BF381070-7C91-DAF6-3D89-A4C2113925BD}"/>
              </a:ext>
            </a:extLst>
          </p:cNvPr>
          <p:cNvCxnSpPr>
            <a:cxnSpLocks/>
            <a:endCxn id="14" idx="1"/>
          </p:cNvCxnSpPr>
          <p:nvPr/>
        </p:nvCxnSpPr>
        <p:spPr>
          <a:xfrm>
            <a:off x="2667769" y="3363838"/>
            <a:ext cx="0" cy="504056"/>
          </a:xfrm>
          <a:prstGeom prst="line">
            <a:avLst/>
          </a:prstGeom>
          <a:ln w="9525" cap="flat" cmpd="sng" algn="ctr">
            <a:solidFill>
              <a:schemeClr val="dk1"/>
            </a:solidFill>
            <a:prstDash val="solid"/>
            <a:round/>
            <a:headEnd type="arrow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6DA22712-21DA-7D65-2024-B628402F2FA3}"/>
              </a:ext>
            </a:extLst>
          </p:cNvPr>
          <p:cNvCxnSpPr>
            <a:stCxn id="11" idx="1"/>
          </p:cNvCxnSpPr>
          <p:nvPr/>
        </p:nvCxnSpPr>
        <p:spPr>
          <a:xfrm flipV="1">
            <a:off x="3884429" y="3363838"/>
            <a:ext cx="0" cy="504056"/>
          </a:xfrm>
          <a:prstGeom prst="straightConnector1">
            <a:avLst/>
          </a:prstGeom>
          <a:ln w="9525" cap="flat" cmpd="sng" algn="ctr">
            <a:solidFill>
              <a:schemeClr val="dk1"/>
            </a:solidFill>
            <a:prstDash val="solid"/>
            <a:round/>
            <a:headEnd type="arrow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80AB1898-FEF4-0379-B23B-F61526CCDEC2}"/>
              </a:ext>
            </a:extLst>
          </p:cNvPr>
          <p:cNvCxnSpPr>
            <a:stCxn id="12" idx="1"/>
          </p:cNvCxnSpPr>
          <p:nvPr/>
        </p:nvCxnSpPr>
        <p:spPr>
          <a:xfrm flipV="1">
            <a:off x="5101089" y="3363838"/>
            <a:ext cx="0" cy="504055"/>
          </a:xfrm>
          <a:prstGeom prst="straightConnector1">
            <a:avLst/>
          </a:prstGeom>
          <a:ln w="9525" cap="flat" cmpd="sng" algn="ctr">
            <a:solidFill>
              <a:schemeClr val="dk1"/>
            </a:solidFill>
            <a:prstDash val="solid"/>
            <a:round/>
            <a:headEnd type="arrow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1BB162AE-F8D4-1A75-CEA5-E2495D591C4B}"/>
              </a:ext>
            </a:extLst>
          </p:cNvPr>
          <p:cNvCxnSpPr>
            <a:stCxn id="13" idx="1"/>
          </p:cNvCxnSpPr>
          <p:nvPr/>
        </p:nvCxnSpPr>
        <p:spPr>
          <a:xfrm flipV="1">
            <a:off x="6317749" y="3363838"/>
            <a:ext cx="0" cy="504056"/>
          </a:xfrm>
          <a:prstGeom prst="straightConnector1">
            <a:avLst/>
          </a:prstGeom>
          <a:ln w="9525" cap="flat" cmpd="sng" algn="ctr">
            <a:solidFill>
              <a:schemeClr val="dk1"/>
            </a:solidFill>
            <a:prstDash val="solid"/>
            <a:round/>
            <a:headEnd type="arrow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31" name="TextBox 30">
            <a:extLst>
              <a:ext uri="{FF2B5EF4-FFF2-40B4-BE49-F238E27FC236}">
                <a16:creationId xmlns:a16="http://schemas.microsoft.com/office/drawing/2014/main" id="{0CAF8CD6-AF7B-32F5-B66F-CC9B1C90A8F7}"/>
              </a:ext>
            </a:extLst>
          </p:cNvPr>
          <p:cNvSpPr txBox="1"/>
          <p:nvPr/>
        </p:nvSpPr>
        <p:spPr>
          <a:xfrm>
            <a:off x="5512651" y="4213819"/>
            <a:ext cx="4154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…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213F6915-D8A3-5176-E4FD-88EEE5F33B5E}"/>
              </a:ext>
            </a:extLst>
          </p:cNvPr>
          <p:cNvSpPr txBox="1"/>
          <p:nvPr/>
        </p:nvSpPr>
        <p:spPr>
          <a:xfrm>
            <a:off x="3479143" y="1577653"/>
            <a:ext cx="21980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Clients/Applications</a:t>
            </a:r>
          </a:p>
        </p:txBody>
      </p:sp>
      <p:pic>
        <p:nvPicPr>
          <p:cNvPr id="36" name="Graphic 35" descr="Users outline">
            <a:extLst>
              <a:ext uri="{FF2B5EF4-FFF2-40B4-BE49-F238E27FC236}">
                <a16:creationId xmlns:a16="http://schemas.microsoft.com/office/drawing/2014/main" id="{D901801E-FE53-A69B-A6DE-6AABF486BF8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677181" y="1304368"/>
            <a:ext cx="914400" cy="914400"/>
          </a:xfrm>
          <a:prstGeom prst="rect">
            <a:avLst/>
          </a:prstGeom>
        </p:spPr>
      </p:pic>
      <p:pic>
        <p:nvPicPr>
          <p:cNvPr id="37" name="Graphic 36" descr="Users outline">
            <a:extLst>
              <a:ext uri="{FF2B5EF4-FFF2-40B4-BE49-F238E27FC236}">
                <a16:creationId xmlns:a16="http://schemas.microsoft.com/office/drawing/2014/main" id="{EABD1E97-A525-58DA-5FF7-2BEFECC09F0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546628" y="1304368"/>
            <a:ext cx="914400" cy="914400"/>
          </a:xfrm>
          <a:prstGeom prst="rect">
            <a:avLst/>
          </a:prstGeom>
        </p:spPr>
      </p:pic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C44C66B7-79D1-9030-493E-C88084494178}"/>
              </a:ext>
            </a:extLst>
          </p:cNvPr>
          <p:cNvCxnSpPr>
            <a:stCxn id="37" idx="2"/>
          </p:cNvCxnSpPr>
          <p:nvPr/>
        </p:nvCxnSpPr>
        <p:spPr>
          <a:xfrm>
            <a:off x="3003828" y="2218768"/>
            <a:ext cx="0" cy="296919"/>
          </a:xfrm>
          <a:prstGeom prst="straightConnector1">
            <a:avLst/>
          </a:prstGeom>
          <a:ln w="9525" cap="flat" cmpd="sng" algn="ctr">
            <a:solidFill>
              <a:schemeClr val="dk1"/>
            </a:solidFill>
            <a:prstDash val="solid"/>
            <a:round/>
            <a:headEnd type="arrow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771F1878-1463-9DE6-1425-241A60E3D8F4}"/>
              </a:ext>
            </a:extLst>
          </p:cNvPr>
          <p:cNvCxnSpPr>
            <a:stCxn id="6" idx="0"/>
          </p:cNvCxnSpPr>
          <p:nvPr/>
        </p:nvCxnSpPr>
        <p:spPr>
          <a:xfrm flipV="1">
            <a:off x="4492759" y="1995686"/>
            <a:ext cx="0" cy="520001"/>
          </a:xfrm>
          <a:prstGeom prst="straightConnector1">
            <a:avLst/>
          </a:prstGeom>
          <a:ln w="9525" cap="flat" cmpd="sng" algn="ctr">
            <a:solidFill>
              <a:schemeClr val="dk1"/>
            </a:solidFill>
            <a:prstDash val="solid"/>
            <a:round/>
            <a:headEnd type="arrow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769FBF5B-169C-6FE2-FE3A-61C23E7A319A}"/>
              </a:ext>
            </a:extLst>
          </p:cNvPr>
          <p:cNvCxnSpPr>
            <a:stCxn id="36" idx="2"/>
          </p:cNvCxnSpPr>
          <p:nvPr/>
        </p:nvCxnSpPr>
        <p:spPr>
          <a:xfrm>
            <a:off x="6134381" y="2218768"/>
            <a:ext cx="0" cy="296919"/>
          </a:xfrm>
          <a:prstGeom prst="straightConnector1">
            <a:avLst/>
          </a:prstGeom>
          <a:ln w="9525" cap="flat" cmpd="sng" algn="ctr">
            <a:solidFill>
              <a:schemeClr val="dk1"/>
            </a:solidFill>
            <a:prstDash val="solid"/>
            <a:round/>
            <a:headEnd type="arrow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46" name="TextBox 45">
            <a:extLst>
              <a:ext uri="{FF2B5EF4-FFF2-40B4-BE49-F238E27FC236}">
                <a16:creationId xmlns:a16="http://schemas.microsoft.com/office/drawing/2014/main" id="{2A213F5C-55A5-85AA-38FF-C667CC5B9C7E}"/>
              </a:ext>
            </a:extLst>
          </p:cNvPr>
          <p:cNvSpPr txBox="1"/>
          <p:nvPr/>
        </p:nvSpPr>
        <p:spPr>
          <a:xfrm>
            <a:off x="5108993" y="2179273"/>
            <a:ext cx="4154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…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8446AF63-6627-7E64-0E05-14B4E608EB39}"/>
              </a:ext>
            </a:extLst>
          </p:cNvPr>
          <p:cNvSpPr txBox="1"/>
          <p:nvPr/>
        </p:nvSpPr>
        <p:spPr>
          <a:xfrm>
            <a:off x="3499068" y="2182562"/>
            <a:ext cx="4154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…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400BEC4-D36E-D9AA-4634-E4794B8C6A33}"/>
              </a:ext>
            </a:extLst>
          </p:cNvPr>
          <p:cNvSpPr txBox="1"/>
          <p:nvPr/>
        </p:nvSpPr>
        <p:spPr>
          <a:xfrm>
            <a:off x="6781917" y="4158326"/>
            <a:ext cx="128753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Databases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98320966-07F7-37FE-7E91-65320B7D89B5}"/>
              </a:ext>
            </a:extLst>
          </p:cNvPr>
          <p:cNvCxnSpPr>
            <a:cxnSpLocks/>
            <a:stCxn id="15" idx="3"/>
            <a:endCxn id="16" idx="1"/>
          </p:cNvCxnSpPr>
          <p:nvPr/>
        </p:nvCxnSpPr>
        <p:spPr>
          <a:xfrm>
            <a:off x="5439772" y="2830448"/>
            <a:ext cx="240171" cy="0"/>
          </a:xfrm>
          <a:prstGeom prst="line">
            <a:avLst/>
          </a:prstGeom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483485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445317-5D8F-AA46-12DF-EDE137A087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Middleware Architecture 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884AFB37-D08D-96C5-99EE-2772BAD741EF}"/>
              </a:ext>
            </a:extLst>
          </p:cNvPr>
          <p:cNvSpPr/>
          <p:nvPr/>
        </p:nvSpPr>
        <p:spPr>
          <a:xfrm>
            <a:off x="251520" y="1203598"/>
            <a:ext cx="8640960" cy="1152128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2E68B76-D23D-2B3E-F53B-6E8BF097826B}"/>
              </a:ext>
            </a:extLst>
          </p:cNvPr>
          <p:cNvSpPr/>
          <p:nvPr/>
        </p:nvSpPr>
        <p:spPr>
          <a:xfrm>
            <a:off x="611560" y="1419622"/>
            <a:ext cx="2376264" cy="72008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DE" sz="1400" dirty="0"/>
              <a:t>Site Management</a:t>
            </a:r>
          </a:p>
          <a:p>
            <a:pPr algn="ctr"/>
            <a:r>
              <a:rPr lang="en-DE" sz="1400" dirty="0"/>
              <a:t>(config.py)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7D0C61A-009A-4B5D-920A-F01E13C031BE}"/>
              </a:ext>
            </a:extLst>
          </p:cNvPr>
          <p:cNvSpPr/>
          <p:nvPr/>
        </p:nvSpPr>
        <p:spPr>
          <a:xfrm>
            <a:off x="3383868" y="1419622"/>
            <a:ext cx="2376264" cy="72008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DE" sz="1400" dirty="0"/>
              <a:t>Sharding Algorithm</a:t>
            </a:r>
          </a:p>
          <a:p>
            <a:pPr algn="ctr"/>
            <a:r>
              <a:rPr lang="en-DE" sz="1400" dirty="0"/>
              <a:t>(sharding.py)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94B337C-F4F2-3C61-7FC2-14E269E4599B}"/>
              </a:ext>
            </a:extLst>
          </p:cNvPr>
          <p:cNvSpPr/>
          <p:nvPr/>
        </p:nvSpPr>
        <p:spPr>
          <a:xfrm>
            <a:off x="6156176" y="1419622"/>
            <a:ext cx="2376264" cy="72008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DE" sz="1400" dirty="0"/>
              <a:t>Query Routing and Result Compilation</a:t>
            </a:r>
          </a:p>
          <a:p>
            <a:pPr algn="ctr"/>
            <a:r>
              <a:rPr lang="en-DE" sz="1400" dirty="0"/>
              <a:t>(main.py)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6EA24665-9A18-03FB-2ED4-F67477D4CC83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181500" y="2563962"/>
            <a:ext cx="8782988" cy="2212826"/>
          </a:xfrm>
        </p:spPr>
        <p:txBody>
          <a:bodyPr/>
          <a:lstStyle/>
          <a:p>
            <a:pPr marL="285750" indent="-285750">
              <a:buFontTx/>
              <a:buChar char="-"/>
            </a:pPr>
            <a:r>
              <a:rPr lang="en-GB" sz="1600" dirty="0"/>
              <a:t>Uses </a:t>
            </a:r>
            <a:r>
              <a:rPr lang="en-GB" sz="1600" dirty="0" err="1"/>
              <a:t>redis-py</a:t>
            </a:r>
            <a:r>
              <a:rPr lang="en-GB" sz="1600" dirty="0"/>
              <a:t> module as python interface to the </a:t>
            </a:r>
            <a:r>
              <a:rPr lang="en-GB" sz="1600" dirty="0" err="1"/>
              <a:t>redis</a:t>
            </a:r>
            <a:r>
              <a:rPr lang="en-GB" sz="1600" dirty="0"/>
              <a:t> key-value store (databases)</a:t>
            </a:r>
          </a:p>
          <a:p>
            <a:pPr marL="285750" indent="-285750">
              <a:buFontTx/>
              <a:buChar char="-"/>
            </a:pPr>
            <a:r>
              <a:rPr lang="en-GB" sz="1600" dirty="0"/>
              <a:t>Acts as a client to all running </a:t>
            </a:r>
            <a:r>
              <a:rPr lang="en-GB" sz="1600" dirty="0" err="1"/>
              <a:t>redis</a:t>
            </a:r>
            <a:r>
              <a:rPr lang="en-GB" sz="1600" dirty="0"/>
              <a:t> database instances</a:t>
            </a:r>
          </a:p>
          <a:p>
            <a:pPr marL="285750" indent="-285750">
              <a:buFontTx/>
              <a:buChar char="-"/>
            </a:pPr>
            <a:r>
              <a:rPr lang="en-GB" sz="1600" dirty="0"/>
              <a:t>Acts as a server to all applications using the middleware</a:t>
            </a:r>
          </a:p>
          <a:p>
            <a:pPr marL="285750" indent="-285750">
              <a:buFontTx/>
              <a:buChar char="-"/>
            </a:pPr>
            <a:r>
              <a:rPr lang="en-GB" sz="1600" dirty="0"/>
              <a:t>Serves as an interface between applications and </a:t>
            </a:r>
            <a:r>
              <a:rPr lang="en-GB" sz="1600" dirty="0" err="1"/>
              <a:t>redis</a:t>
            </a:r>
            <a:r>
              <a:rPr lang="en-GB" sz="1600" dirty="0"/>
              <a:t> database instances</a:t>
            </a:r>
          </a:p>
          <a:p>
            <a:pPr marL="358775" lvl="2" indent="0">
              <a:buNone/>
            </a:pPr>
            <a:endParaRPr lang="en-GB" sz="1600" dirty="0"/>
          </a:p>
          <a:p>
            <a:pPr marL="701675" lvl="2" indent="-342900"/>
            <a:endParaRPr lang="en-GB" sz="1600" dirty="0"/>
          </a:p>
          <a:p>
            <a:pPr marL="538162" lvl="3" indent="0">
              <a:buNone/>
            </a:pPr>
            <a:endParaRPr lang="en-DE" dirty="0"/>
          </a:p>
        </p:txBody>
      </p:sp>
    </p:spTree>
    <p:extLst>
      <p:ext uri="{BB962C8B-B14F-4D97-AF65-F5344CB8AC3E}">
        <p14:creationId xmlns:p14="http://schemas.microsoft.com/office/powerpoint/2010/main" val="276434888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C9B7EB-0030-1A9A-32B1-9AF680C75F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DE"/>
              <a:t>Middleware Components (Python Implementation)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2F2485-30E6-C8F4-1001-4D84BAC054CD}"/>
              </a:ext>
            </a:extLst>
          </p:cNvPr>
          <p:cNvSpPr>
            <a:spLocks noGrp="1"/>
          </p:cNvSpPr>
          <p:nvPr>
            <p:ph idx="11"/>
          </p:nvPr>
        </p:nvSpPr>
        <p:spPr/>
        <p:txBody>
          <a:bodyPr/>
          <a:lstStyle/>
          <a:p>
            <a:pPr marL="0" indent="0"/>
            <a:r>
              <a:rPr lang="en-DE" dirty="0"/>
              <a:t>1.  Sites Management (config.py)</a:t>
            </a:r>
          </a:p>
          <a:p>
            <a:pPr marL="701675" lvl="2" indent="-342900">
              <a:buFont typeface="Wingdings" pitchFamily="2" charset="2"/>
              <a:buChar char="Ø"/>
            </a:pPr>
            <a:r>
              <a:rPr lang="en-GB" i="1" dirty="0" err="1"/>
              <a:t>InfoTable</a:t>
            </a:r>
            <a:r>
              <a:rPr lang="en-GB" dirty="0"/>
              <a:t> class: </a:t>
            </a:r>
          </a:p>
          <a:p>
            <a:pPr marL="881062" lvl="3" indent="-342900"/>
            <a:r>
              <a:rPr lang="en-GB" b="1" i="1" dirty="0"/>
              <a:t>info</a:t>
            </a:r>
            <a:r>
              <a:rPr lang="en-DE" dirty="0"/>
              <a:t> – Lookup table (python dictionary) with hash-key to site mappings (Key: hash-key, Value: site (URL to redis database server)</a:t>
            </a:r>
          </a:p>
          <a:p>
            <a:pPr marL="881062" lvl="3" indent="-342900"/>
            <a:r>
              <a:rPr lang="en-GB" b="1" dirty="0"/>
              <a:t>g</a:t>
            </a:r>
            <a:r>
              <a:rPr lang="en-DE" b="1" dirty="0"/>
              <a:t>et_site </a:t>
            </a:r>
            <a:r>
              <a:rPr lang="en-DE" dirty="0"/>
              <a:t>function – Get site URL from the given hash key</a:t>
            </a:r>
          </a:p>
          <a:p>
            <a:pPr marL="881062" lvl="3" indent="-342900"/>
            <a:r>
              <a:rPr lang="en-GB" b="1" dirty="0"/>
              <a:t>s</a:t>
            </a:r>
            <a:r>
              <a:rPr lang="en-DE" b="1" dirty="0"/>
              <a:t>et_site </a:t>
            </a:r>
            <a:r>
              <a:rPr lang="en-DE" dirty="0"/>
              <a:t>function – Sets site as value from given hash key via sharding algorithm</a:t>
            </a:r>
            <a:br>
              <a:rPr lang="en-DE" dirty="0"/>
            </a:br>
            <a:endParaRPr lang="en-GB" dirty="0"/>
          </a:p>
          <a:p>
            <a:pPr marL="701675" lvl="2" indent="-342900">
              <a:buFont typeface="Wingdings" pitchFamily="2" charset="2"/>
              <a:buChar char="Ø"/>
            </a:pPr>
            <a:r>
              <a:rPr lang="en-GB" i="1" dirty="0" err="1"/>
              <a:t>Xxhash</a:t>
            </a:r>
            <a:r>
              <a:rPr lang="en-GB" dirty="0"/>
              <a:t> function:</a:t>
            </a:r>
          </a:p>
          <a:p>
            <a:pPr marL="881062" lvl="3" indent="-342900"/>
            <a:r>
              <a:rPr lang="en-GB" b="1" dirty="0" err="1"/>
              <a:t>hash_func</a:t>
            </a:r>
            <a:r>
              <a:rPr lang="en-GB" b="1" dirty="0"/>
              <a:t> </a:t>
            </a:r>
            <a:r>
              <a:rPr lang="en-GB" dirty="0"/>
              <a:t>– Generates 64-bit hashes, using vectorized arithmetic.</a:t>
            </a:r>
          </a:p>
          <a:p>
            <a:pPr marL="701675" lvl="2" indent="-342900"/>
            <a:endParaRPr lang="en-GB" dirty="0"/>
          </a:p>
          <a:p>
            <a:pPr marL="538162" lvl="3" indent="0">
              <a:buNone/>
            </a:pPr>
            <a:endParaRPr lang="en-DE" dirty="0"/>
          </a:p>
        </p:txBody>
      </p:sp>
    </p:spTree>
    <p:extLst>
      <p:ext uri="{BB962C8B-B14F-4D97-AF65-F5344CB8AC3E}">
        <p14:creationId xmlns:p14="http://schemas.microsoft.com/office/powerpoint/2010/main" val="155518455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C9B7EB-0030-1A9A-32B1-9AF680C75F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DE"/>
              <a:t>Middleware Components (Python Implementation)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2F2485-30E6-C8F4-1001-4D84BAC054CD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180490" y="1185474"/>
            <a:ext cx="8783998" cy="3591314"/>
          </a:xfrm>
        </p:spPr>
        <p:txBody>
          <a:bodyPr/>
          <a:lstStyle/>
          <a:p>
            <a:pPr marL="0" indent="0"/>
            <a:r>
              <a:rPr lang="en-DE" dirty="0"/>
              <a:t>2.  Sharding Algorithm (sharding.py)</a:t>
            </a:r>
          </a:p>
          <a:p>
            <a:pPr marL="701675" lvl="2" indent="-342900">
              <a:buFont typeface="Wingdings" pitchFamily="2" charset="2"/>
              <a:buChar char="Ø"/>
            </a:pPr>
            <a:r>
              <a:rPr lang="en-GB" i="1" dirty="0"/>
              <a:t>Jump Consistent Hash </a:t>
            </a:r>
            <a:r>
              <a:rPr lang="en-GB" i="1"/>
              <a:t>Algorithm</a:t>
            </a:r>
            <a:r>
              <a:rPr lang="en-GB" sz="1600" i="1"/>
              <a:t>:</a:t>
            </a:r>
            <a:endParaRPr lang="en-GB" sz="1400" i="1" dirty="0"/>
          </a:p>
          <a:p>
            <a:pPr marL="881062" lvl="3" indent="-342900">
              <a:buFont typeface="Wingdings" pitchFamily="2" charset="2"/>
              <a:buChar char="Ø"/>
            </a:pPr>
            <a:r>
              <a:rPr lang="en-GB" sz="1400" i="1" dirty="0"/>
              <a:t>Attached reference: https://</a:t>
            </a:r>
            <a:r>
              <a:rPr lang="en-GB" sz="1400" i="1" dirty="0" err="1"/>
              <a:t>arxiv.org</a:t>
            </a:r>
            <a:r>
              <a:rPr lang="en-GB" sz="1400" i="1" dirty="0"/>
              <a:t>/abs/1406.2294</a:t>
            </a:r>
            <a:endParaRPr lang="en-GB" dirty="0"/>
          </a:p>
          <a:p>
            <a:pPr marL="1014412" lvl="4" indent="-285750">
              <a:buFontTx/>
              <a:buChar char="-"/>
            </a:pPr>
            <a:endParaRPr lang="en-GB" dirty="0"/>
          </a:p>
          <a:p>
            <a:pPr marL="358775" lvl="2" indent="0">
              <a:buNone/>
            </a:pPr>
            <a:endParaRPr lang="en-GB" dirty="0"/>
          </a:p>
          <a:p>
            <a:pPr marL="701675" lvl="2" indent="-342900"/>
            <a:endParaRPr lang="en-GB" dirty="0"/>
          </a:p>
          <a:p>
            <a:pPr marL="538162" lvl="3" indent="0">
              <a:buNone/>
            </a:pPr>
            <a:endParaRPr lang="en-DE" dirty="0"/>
          </a:p>
        </p:txBody>
      </p:sp>
    </p:spTree>
    <p:extLst>
      <p:ext uri="{BB962C8B-B14F-4D97-AF65-F5344CB8AC3E}">
        <p14:creationId xmlns:p14="http://schemas.microsoft.com/office/powerpoint/2010/main" val="324773015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C9B7EB-0030-1A9A-32B1-9AF680C75F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DE"/>
              <a:t>Middleware Components (Python Implementation)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2F2485-30E6-C8F4-1001-4D84BAC054CD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180490" y="1185474"/>
            <a:ext cx="8783998" cy="3591314"/>
          </a:xfrm>
        </p:spPr>
        <p:txBody>
          <a:bodyPr/>
          <a:lstStyle/>
          <a:p>
            <a:pPr marL="0" indent="0"/>
            <a:r>
              <a:rPr lang="en-DE" dirty="0"/>
              <a:t>3.  Query Routing and Result Compilation (main.py)</a:t>
            </a:r>
          </a:p>
          <a:p>
            <a:pPr marL="701675" lvl="2" indent="-342900">
              <a:buFont typeface="Wingdings" pitchFamily="2" charset="2"/>
              <a:buChar char="Ø"/>
            </a:pPr>
            <a:r>
              <a:rPr lang="en-GB" i="1" dirty="0" err="1"/>
              <a:t>MWare</a:t>
            </a:r>
            <a:r>
              <a:rPr lang="en-GB" dirty="0"/>
              <a:t> class: </a:t>
            </a:r>
          </a:p>
          <a:p>
            <a:pPr marL="881062" lvl="3" indent="-342900"/>
            <a:r>
              <a:rPr lang="en-GB" dirty="0"/>
              <a:t>Key-Value Store:</a:t>
            </a:r>
          </a:p>
          <a:p>
            <a:pPr marL="1014412" lvl="4" indent="-285750">
              <a:buFontTx/>
              <a:buChar char="-"/>
            </a:pPr>
            <a:r>
              <a:rPr lang="en-GB" sz="1400" b="1" dirty="0"/>
              <a:t>Key</a:t>
            </a:r>
            <a:r>
              <a:rPr lang="en-GB" sz="1400" dirty="0"/>
              <a:t>: Client:&lt;Client-id&gt;:&lt;Unique-identifier&gt;</a:t>
            </a:r>
          </a:p>
          <a:p>
            <a:pPr marL="1014412" lvl="4" indent="-285750">
              <a:buFontTx/>
              <a:buChar char="-"/>
            </a:pPr>
            <a:r>
              <a:rPr lang="en-GB" sz="1400" b="1" dirty="0"/>
              <a:t>Value</a:t>
            </a:r>
            <a:r>
              <a:rPr lang="en-GB" sz="1400" dirty="0"/>
              <a:t>: </a:t>
            </a:r>
            <a:r>
              <a:rPr lang="en-GB" sz="1400" dirty="0" err="1"/>
              <a:t>Key:Value</a:t>
            </a:r>
            <a:r>
              <a:rPr lang="en-GB" sz="1400" dirty="0"/>
              <a:t> mapping (python dictionary data type)</a:t>
            </a:r>
          </a:p>
          <a:p>
            <a:pPr marL="881062" lvl="3" indent="-342900"/>
            <a:r>
              <a:rPr lang="en-GB" dirty="0"/>
              <a:t>Functions:</a:t>
            </a:r>
          </a:p>
          <a:p>
            <a:pPr marL="1014412" lvl="4" indent="-285750">
              <a:buFontTx/>
              <a:buChar char="-"/>
            </a:pPr>
            <a:r>
              <a:rPr lang="en-GB" sz="1400" b="1" dirty="0"/>
              <a:t>Set, Get </a:t>
            </a:r>
            <a:r>
              <a:rPr lang="en-GB" sz="1400" dirty="0"/>
              <a:t>and </a:t>
            </a:r>
            <a:r>
              <a:rPr lang="en-GB" sz="1400" b="1" dirty="0"/>
              <a:t>Delete</a:t>
            </a:r>
            <a:r>
              <a:rPr lang="en-GB" sz="1400" dirty="0"/>
              <a:t> </a:t>
            </a:r>
            <a:r>
              <a:rPr lang="en-GB" sz="1400" b="1" dirty="0"/>
              <a:t>values</a:t>
            </a:r>
            <a:r>
              <a:rPr lang="en-GB" sz="1400" dirty="0"/>
              <a:t> with single and multiple keys</a:t>
            </a:r>
          </a:p>
          <a:p>
            <a:pPr marL="1014412" lvl="4" indent="-285750">
              <a:buFontTx/>
              <a:buChar char="-"/>
            </a:pPr>
            <a:r>
              <a:rPr lang="en-GB" sz="1400" b="1" dirty="0"/>
              <a:t>Get </a:t>
            </a:r>
            <a:r>
              <a:rPr lang="en-GB" sz="1400" dirty="0"/>
              <a:t>and </a:t>
            </a:r>
            <a:r>
              <a:rPr lang="en-GB" sz="1400" b="1" dirty="0"/>
              <a:t>Delete fields </a:t>
            </a:r>
            <a:r>
              <a:rPr lang="en-GB" sz="1400" dirty="0"/>
              <a:t>of the value with single key</a:t>
            </a:r>
          </a:p>
          <a:p>
            <a:pPr marL="1014412" lvl="4" indent="-285750">
              <a:buFontTx/>
              <a:buChar char="-"/>
            </a:pPr>
            <a:r>
              <a:rPr lang="en-GB" sz="1400" b="1" dirty="0"/>
              <a:t>Flush</a:t>
            </a:r>
            <a:r>
              <a:rPr lang="en-GB" sz="1400" dirty="0"/>
              <a:t> all database instances</a:t>
            </a:r>
          </a:p>
          <a:p>
            <a:pPr marL="1014412" lvl="4" indent="-285750">
              <a:buFontTx/>
              <a:buChar char="-"/>
            </a:pPr>
            <a:r>
              <a:rPr lang="en-GB" sz="1400" b="1" dirty="0"/>
              <a:t>Key-space (total keys) information </a:t>
            </a:r>
            <a:r>
              <a:rPr lang="en-GB" sz="1400" dirty="0"/>
              <a:t>for all given sites</a:t>
            </a:r>
          </a:p>
          <a:p>
            <a:pPr marL="1014412" lvl="4" indent="-285750">
              <a:buFontTx/>
              <a:buChar char="-"/>
            </a:pPr>
            <a:endParaRPr lang="en-GB" sz="1400" dirty="0"/>
          </a:p>
          <a:p>
            <a:pPr marL="1014412" lvl="4" indent="-285750">
              <a:buFontTx/>
              <a:buChar char="-"/>
            </a:pPr>
            <a:endParaRPr lang="en-GB" dirty="0"/>
          </a:p>
          <a:p>
            <a:pPr marL="1014412" lvl="4" indent="-285750">
              <a:buFontTx/>
              <a:buChar char="-"/>
            </a:pPr>
            <a:endParaRPr lang="en-GB" dirty="0"/>
          </a:p>
          <a:p>
            <a:pPr marL="358775" lvl="2" indent="0">
              <a:buNone/>
            </a:pPr>
            <a:endParaRPr lang="en-GB" dirty="0"/>
          </a:p>
          <a:p>
            <a:pPr marL="701675" lvl="2" indent="-342900"/>
            <a:endParaRPr lang="en-GB" dirty="0"/>
          </a:p>
          <a:p>
            <a:pPr marL="538162" lvl="3" indent="0">
              <a:buNone/>
            </a:pPr>
            <a:endParaRPr lang="en-DE" dirty="0"/>
          </a:p>
        </p:txBody>
      </p:sp>
    </p:spTree>
    <p:extLst>
      <p:ext uri="{BB962C8B-B14F-4D97-AF65-F5344CB8AC3E}">
        <p14:creationId xmlns:p14="http://schemas.microsoft.com/office/powerpoint/2010/main" val="270155359"/>
      </p:ext>
    </p:extLst>
  </p:cSld>
  <p:clrMapOvr>
    <a:masterClrMapping/>
  </p:clrMapOvr>
</p:sld>
</file>

<file path=ppt/theme/theme1.xml><?xml version="1.0" encoding="utf-8"?>
<a:theme xmlns:a="http://schemas.openxmlformats.org/drawingml/2006/main" name="Thesis_Shrestha_Ritesh">
  <a:themeElements>
    <a:clrScheme name="v1_TUD_Präsentation_rot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v1_TUD_Präsentation_rot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v1_TUD_Präsentation_rot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v1_TUD_Präsentation_rot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v1_TUD_Präsentation_rot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v1_TUD_Präsentation_rot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v1_TUD_Präsentation_rot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v1_TUD_Präsentation_rot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v1_TUD_Präsentation_rot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v1_TUD_Präsentation_rot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v1_TUD_Präsentation_rot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v1_TUD_Präsentation_rot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v1_TUD_Präsentation_rot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v1_TUD_Präsentation_rot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Larissa-Design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Larissa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Larissa-Design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Larissa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Präsentationsvorlage_BWL9</Template>
  <TotalTime>492</TotalTime>
  <Words>320</Words>
  <Application>Microsoft Macintosh PowerPoint</Application>
  <PresentationFormat>On-screen Show (16:9)</PresentationFormat>
  <Paragraphs>60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1" baseType="lpstr">
      <vt:lpstr>Arial</vt:lpstr>
      <vt:lpstr>Bitstream Charter</vt:lpstr>
      <vt:lpstr>Stafford</vt:lpstr>
      <vt:lpstr>Wingdings</vt:lpstr>
      <vt:lpstr>Thesis_Shrestha_Ritesh</vt:lpstr>
      <vt:lpstr>Study and Evaluation of Sharding in Distributed Databases</vt:lpstr>
      <vt:lpstr>System Design (Abstract Overview)</vt:lpstr>
      <vt:lpstr>Middleware Architecture </vt:lpstr>
      <vt:lpstr>Middleware Components (Python Implementation)</vt:lpstr>
      <vt:lpstr>Middleware Components (Python Implementation)</vt:lpstr>
      <vt:lpstr>Middleware Components (Python Implementation)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Folie 1</dc:title>
  <dc:creator>Moritz Lohse</dc:creator>
  <cp:lastModifiedBy>Ritesh Shrestha</cp:lastModifiedBy>
  <cp:revision>94</cp:revision>
  <dcterms:created xsi:type="dcterms:W3CDTF">2009-12-23T09:42:49Z</dcterms:created>
  <dcterms:modified xsi:type="dcterms:W3CDTF">2023-01-12T15:28:37Z</dcterms:modified>
</cp:coreProperties>
</file>