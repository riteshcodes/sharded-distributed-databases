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ED22-C6DF-C17C-3D4C-2F811BFE1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1DEC3-F663-5EF0-14A2-745CE5874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AD4B0-2EFA-4E67-6CE6-9550F6B6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28DDD-91A5-7499-31EC-6DBE5A06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FA104-98A7-1BCF-BCAE-389516DCE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91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95CC-7DBD-FFF2-22D1-123A021A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C2662-2415-FE93-9100-3FD95B8B7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5B101-39F8-949A-7DCA-7F563326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3F37B-1758-35DE-1C13-B35067DD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3B757-5A10-F2DD-805C-0F75B1CB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7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6BFC-E6FF-C9F2-2380-D9A1AC26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85085-7E16-367C-793C-EFCAB1E6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02FDC-8F8C-93A8-AA3A-AD478BE7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790C5-1141-748F-3419-962B0B2C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3A56-EA0B-31EE-FB91-16E60D96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3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624E-3D10-ADCC-7316-7545D155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4D071-3DC5-24E3-0D05-71C1068F5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313E1-E301-276E-EB27-044AEB186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704E5-AD10-BE06-7BF2-F5EBE108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7F4D-F4D6-AEC5-0628-BBC4B082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FE7E6-9B4A-5FBF-71C1-AD4F54CF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4CBC-193C-8690-AB4D-0A5EA54F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F9B38-8F20-A55E-1E6F-E28408223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5E78D-ACF2-DA3D-FE2E-5DE65EEE1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4498E-8797-952E-BCAB-E682F980E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BE9D2-8909-92CB-883F-840A32263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94780-8936-69C4-C123-3EDCF827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A3546-05A4-1B4E-F6A6-D49FEC6F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93885-4C2C-D8B4-FA8C-941A68D2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6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E6A3-9DFC-D210-8DAE-EAFCA749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640D7-C975-5161-BF9B-C02A7491A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84EEA-FB34-9AFF-1B73-5C59827C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ED959-2D00-0AD4-0560-1AAC3364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0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A24D9-7571-F74F-A761-563852E22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5A852-18D6-C2F3-D3FF-B2A55C24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F22CE-78AD-6A50-6F05-6D3B1005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3BF0-7BA4-E39C-573C-24571EAD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9688C-5076-C0C7-AA7C-717BE84AD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23134-044C-E4B3-6B75-8DB9F4A4C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CF17C-B0DA-FC70-DB0A-DA3C219C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CB0F6-F762-2005-BC24-87755840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FE8C4-F33D-003C-BD38-389412D2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8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B294-6B80-DE62-AB52-2BFB15B0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E5FE2-218D-6BD6-BCE8-CB926D980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BC081-D139-5C8B-B732-8F8EE2F66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F4541-E71E-D53E-0388-D0491FD0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8BED8-C10C-86BF-5940-13FE7EFD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85A65-FE82-B911-8AC2-B17BD8E5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7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C742-CCF9-C0BA-1585-12C181BC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FD244-EB68-96C8-4B8D-0962EE47B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0E606-DD2F-AE86-8C28-517A572B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83DB-5B35-A14D-383A-5B037AE7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824AE-B8F0-347E-3A0D-89B28928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4FCC5-CBE9-B5D1-8427-1D0DA41D6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86744-6FA2-42FB-6A26-A49255E04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418D5-D925-5F53-F004-45CB269A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97D7B-3357-34B8-9934-C7181C56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DAC97-338B-7730-5776-1B1BA277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1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708E0-3A91-F41A-9F9B-D01CAC2F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AFDBB-66FC-BCAB-BCEF-98951B106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5903C-0B7E-FECD-6CC3-A084F64A9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47D6-54C3-4E05-8E1B-3F136E8C88C6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D5473-53EF-B901-4C53-8A7A38AFB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A462D-77B2-A58C-F441-19EB06B60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0B765-D27F-4825-B669-B7E1CB66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0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43812470-8D64-5A3D-7BFB-F8B0A812B7EA}"/>
              </a:ext>
            </a:extLst>
          </p:cNvPr>
          <p:cNvGrpSpPr/>
          <p:nvPr/>
        </p:nvGrpSpPr>
        <p:grpSpPr>
          <a:xfrm>
            <a:off x="838365" y="1019513"/>
            <a:ext cx="10945275" cy="4818974"/>
            <a:chOff x="308058" y="1043491"/>
            <a:chExt cx="9005879" cy="361649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64F753-3B57-B016-73F8-CD8C70C78E54}"/>
                </a:ext>
              </a:extLst>
            </p:cNvPr>
            <p:cNvSpPr/>
            <p:nvPr/>
          </p:nvSpPr>
          <p:spPr>
            <a:xfrm>
              <a:off x="308058" y="1043491"/>
              <a:ext cx="1197999" cy="1034771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  <a:p>
              <a:pPr algn="ctr"/>
              <a:endParaRPr lang="en-US" sz="1200" dirty="0"/>
            </a:p>
            <a:p>
              <a:pPr algn="ctr"/>
              <a:endParaRPr lang="en-US" sz="1200" dirty="0"/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Client</a:t>
              </a:r>
              <a:r>
                <a:rPr lang="en-US" baseline="-25000" dirty="0">
                  <a:solidFill>
                    <a:schemeClr val="tx1"/>
                  </a:solidFill>
                </a:rPr>
                <a:t>1</a:t>
              </a:r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441F43B-C881-0B98-F23D-5FF57641A9B4}"/>
                </a:ext>
              </a:extLst>
            </p:cNvPr>
            <p:cNvSpPr/>
            <p:nvPr/>
          </p:nvSpPr>
          <p:spPr>
            <a:xfrm>
              <a:off x="308058" y="3625209"/>
              <a:ext cx="1197999" cy="103477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  <a:p>
              <a:pPr algn="ctr"/>
              <a:endParaRPr lang="en-US" sz="1200" dirty="0"/>
            </a:p>
            <a:p>
              <a:pPr algn="ctr"/>
              <a:endParaRPr lang="en-US" sz="1200" dirty="0"/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Client</a:t>
              </a:r>
              <a:r>
                <a:rPr lang="en-US" baseline="-25000" dirty="0" err="1">
                  <a:solidFill>
                    <a:schemeClr val="tx1"/>
                  </a:solidFill>
                </a:rPr>
                <a:t>n</a:t>
              </a:r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CC5D559-E8C2-3687-D9A7-FB3BB649AA84}"/>
                </a:ext>
              </a:extLst>
            </p:cNvPr>
            <p:cNvSpPr/>
            <p:nvPr/>
          </p:nvSpPr>
          <p:spPr>
            <a:xfrm>
              <a:off x="2394138" y="1743090"/>
              <a:ext cx="4626132" cy="2545256"/>
            </a:xfrm>
            <a:prstGeom prst="round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1AF581B-BF94-D65E-1C96-170DBAFC09DD}"/>
                </a:ext>
              </a:extLst>
            </p:cNvPr>
            <p:cNvSpPr/>
            <p:nvPr/>
          </p:nvSpPr>
          <p:spPr>
            <a:xfrm>
              <a:off x="535887" y="1204990"/>
              <a:ext cx="766095" cy="499146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gRPC Stub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A825D83-6676-08CA-2600-17EE0FB2F870}"/>
                </a:ext>
              </a:extLst>
            </p:cNvPr>
            <p:cNvSpPr/>
            <p:nvPr/>
          </p:nvSpPr>
          <p:spPr>
            <a:xfrm>
              <a:off x="535887" y="3789201"/>
              <a:ext cx="766095" cy="499146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gRPC Stub</a:t>
              </a:r>
            </a:p>
          </p:txBody>
        </p:sp>
        <p:sp>
          <p:nvSpPr>
            <p:cNvPr id="38" name="Arc 39">
              <a:extLst>
                <a:ext uri="{FF2B5EF4-FFF2-40B4-BE49-F238E27FC236}">
                  <a16:creationId xmlns:a16="http://schemas.microsoft.com/office/drawing/2014/main" id="{9BEF48BD-C282-5308-6E66-D044D64B1742}"/>
                </a:ext>
              </a:extLst>
            </p:cNvPr>
            <p:cNvSpPr/>
            <p:nvPr/>
          </p:nvSpPr>
          <p:spPr>
            <a:xfrm rot="20302801">
              <a:off x="1564941" y="1303943"/>
              <a:ext cx="867543" cy="1698009"/>
            </a:xfrm>
            <a:custGeom>
              <a:avLst/>
              <a:gdLst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2" fmla="*/ 1417320 w 2834640"/>
                <a:gd name="connsiteY2" fmla="*/ 1425642 h 2851283"/>
                <a:gd name="connsiteX3" fmla="*/ 1417320 w 2834640"/>
                <a:gd name="connsiteY3" fmla="*/ 0 h 2851283"/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366655 w 1417320"/>
                <a:gd name="connsiteY2" fmla="*/ 1178595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72933 w 1417320"/>
                <a:gd name="connsiteY2" fmla="*/ 1309426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23286 h 1448928"/>
                <a:gd name="connsiteX1" fmla="*/ 1417320 w 1417320"/>
                <a:gd name="connsiteY1" fmla="*/ 1448928 h 1448928"/>
                <a:gd name="connsiteX2" fmla="*/ 72933 w 1417320"/>
                <a:gd name="connsiteY2" fmla="*/ 1332712 h 1448928"/>
                <a:gd name="connsiteX3" fmla="*/ 0 w 1417320"/>
                <a:gd name="connsiteY3" fmla="*/ 23286 h 1448928"/>
                <a:gd name="connsiteX0" fmla="*/ 320971 w 1417320"/>
                <a:gd name="connsiteY0" fmla="*/ 0 h 1448928"/>
                <a:gd name="connsiteX1" fmla="*/ 1417320 w 1417320"/>
                <a:gd name="connsiteY1" fmla="*/ 1448928 h 1448928"/>
                <a:gd name="connsiteX0" fmla="*/ 0 w 1817198"/>
                <a:gd name="connsiteY0" fmla="*/ 23286 h 1448928"/>
                <a:gd name="connsiteX1" fmla="*/ 1417320 w 1817198"/>
                <a:gd name="connsiteY1" fmla="*/ 1448928 h 1448928"/>
                <a:gd name="connsiteX2" fmla="*/ 72933 w 1817198"/>
                <a:gd name="connsiteY2" fmla="*/ 1332712 h 1448928"/>
                <a:gd name="connsiteX3" fmla="*/ 0 w 1817198"/>
                <a:gd name="connsiteY3" fmla="*/ 23286 h 1448928"/>
                <a:gd name="connsiteX0" fmla="*/ 320971 w 1817198"/>
                <a:gd name="connsiteY0" fmla="*/ 0 h 1448928"/>
                <a:gd name="connsiteX1" fmla="*/ 1817198 w 1817198"/>
                <a:gd name="connsiteY1" fmla="*/ 1145175 h 1448928"/>
                <a:gd name="connsiteX0" fmla="*/ 0 w 1817198"/>
                <a:gd name="connsiteY0" fmla="*/ 19714 h 1445356"/>
                <a:gd name="connsiteX1" fmla="*/ 1417320 w 1817198"/>
                <a:gd name="connsiteY1" fmla="*/ 1445356 h 1445356"/>
                <a:gd name="connsiteX2" fmla="*/ 72933 w 1817198"/>
                <a:gd name="connsiteY2" fmla="*/ 1329140 h 1445356"/>
                <a:gd name="connsiteX3" fmla="*/ 0 w 1817198"/>
                <a:gd name="connsiteY3" fmla="*/ 19714 h 1445356"/>
                <a:gd name="connsiteX0" fmla="*/ 72313 w 1817198"/>
                <a:gd name="connsiteY0" fmla="*/ 0 h 1445356"/>
                <a:gd name="connsiteX1" fmla="*/ 1817198 w 1817198"/>
                <a:gd name="connsiteY1" fmla="*/ 1141603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72933 w 1738996"/>
                <a:gd name="connsiteY2" fmla="*/ 1329140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247891 w 1738996"/>
                <a:gd name="connsiteY2" fmla="*/ 1199612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682835 w 1738996"/>
                <a:gd name="connsiteY2" fmla="*/ 834509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009667 w 1738996"/>
                <a:gd name="connsiteY1" fmla="*/ 578931 h 1445356"/>
                <a:gd name="connsiteX2" fmla="*/ 1417320 w 1738996"/>
                <a:gd name="connsiteY2" fmla="*/ 1445356 h 1445356"/>
                <a:gd name="connsiteX3" fmla="*/ 682835 w 1738996"/>
                <a:gd name="connsiteY3" fmla="*/ 834509 h 1445356"/>
                <a:gd name="connsiteX4" fmla="*/ 0 w 1738996"/>
                <a:gd name="connsiteY4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60811 h 1486453"/>
                <a:gd name="connsiteX1" fmla="*/ 1009667 w 1738996"/>
                <a:gd name="connsiteY1" fmla="*/ 620028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956265 w 1738996"/>
                <a:gd name="connsiteY1" fmla="*/ 666030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956265 w 1738996"/>
                <a:gd name="connsiteY1" fmla="*/ 666030 h 1486453"/>
                <a:gd name="connsiteX2" fmla="*/ 1417320 w 1738996"/>
                <a:gd name="connsiteY2" fmla="*/ 1486453 h 1486453"/>
                <a:gd name="connsiteX3" fmla="*/ 777778 w 1738996"/>
                <a:gd name="connsiteY3" fmla="*/ 819764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1266359 w 1738996"/>
                <a:gd name="connsiteY1" fmla="*/ 849288 h 1486453"/>
                <a:gd name="connsiteX2" fmla="*/ 1417320 w 1738996"/>
                <a:gd name="connsiteY2" fmla="*/ 1486453 h 1486453"/>
                <a:gd name="connsiteX3" fmla="*/ 777778 w 1738996"/>
                <a:gd name="connsiteY3" fmla="*/ 819764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757567 w 1738996"/>
                <a:gd name="connsiteY1" fmla="*/ 553330 h 1486453"/>
                <a:gd name="connsiteX2" fmla="*/ 1417320 w 1738996"/>
                <a:gd name="connsiteY2" fmla="*/ 1486453 h 1486453"/>
                <a:gd name="connsiteX3" fmla="*/ 777778 w 1738996"/>
                <a:gd name="connsiteY3" fmla="*/ 819764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33260" h="1486453" stroke="0" extrusionOk="0">
                  <a:moveTo>
                    <a:pt x="0" y="60811"/>
                  </a:moveTo>
                  <a:cubicBezTo>
                    <a:pt x="62785" y="6281"/>
                    <a:pt x="521347" y="315723"/>
                    <a:pt x="757567" y="553330"/>
                  </a:cubicBezTo>
                  <a:cubicBezTo>
                    <a:pt x="993787" y="790937"/>
                    <a:pt x="1480105" y="1431923"/>
                    <a:pt x="1417320" y="1486453"/>
                  </a:cubicBezTo>
                  <a:lnTo>
                    <a:pt x="777778" y="819764"/>
                  </a:lnTo>
                  <a:cubicBezTo>
                    <a:pt x="777778" y="344550"/>
                    <a:pt x="0" y="536025"/>
                    <a:pt x="0" y="60811"/>
                  </a:cubicBezTo>
                  <a:close/>
                </a:path>
                <a:path w="1733260" h="1486453" fill="none">
                  <a:moveTo>
                    <a:pt x="51699" y="0"/>
                  </a:moveTo>
                  <a:cubicBezTo>
                    <a:pt x="824849" y="214014"/>
                    <a:pt x="1390512" y="639132"/>
                    <a:pt x="1733260" y="1355379"/>
                  </a:cubicBezTo>
                </a:path>
              </a:pathLst>
            </a:custGeom>
            <a:ln w="19050">
              <a:solidFill>
                <a:schemeClr val="accent1">
                  <a:lumMod val="50000"/>
                </a:schemeClr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E4D9094-B1EB-9C06-ACC3-CFACC858DC25}"/>
                </a:ext>
              </a:extLst>
            </p:cNvPr>
            <p:cNvSpPr/>
            <p:nvPr/>
          </p:nvSpPr>
          <p:spPr>
            <a:xfrm>
              <a:off x="2566687" y="2669304"/>
              <a:ext cx="1149651" cy="69254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gRPC</a:t>
              </a:r>
            </a:p>
            <a:p>
              <a:pPr algn="ctr"/>
              <a:r>
                <a:rPr lang="en-US" dirty="0"/>
                <a:t>Service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BC4E8760-B0C0-FC2A-EB78-DA96B06333FF}"/>
                </a:ext>
              </a:extLst>
            </p:cNvPr>
            <p:cNvSpPr/>
            <p:nvPr/>
          </p:nvSpPr>
          <p:spPr>
            <a:xfrm rot="9560362">
              <a:off x="1442468" y="1374585"/>
              <a:ext cx="920592" cy="1631304"/>
            </a:xfrm>
            <a:custGeom>
              <a:avLst/>
              <a:gdLst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2" fmla="*/ 1417320 w 2834640"/>
                <a:gd name="connsiteY2" fmla="*/ 1425642 h 2851283"/>
                <a:gd name="connsiteX3" fmla="*/ 1417320 w 2834640"/>
                <a:gd name="connsiteY3" fmla="*/ 0 h 2851283"/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366655 w 1417320"/>
                <a:gd name="connsiteY2" fmla="*/ 1178595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72933 w 1417320"/>
                <a:gd name="connsiteY2" fmla="*/ 1309426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23286 h 1448928"/>
                <a:gd name="connsiteX1" fmla="*/ 1417320 w 1417320"/>
                <a:gd name="connsiteY1" fmla="*/ 1448928 h 1448928"/>
                <a:gd name="connsiteX2" fmla="*/ 72933 w 1417320"/>
                <a:gd name="connsiteY2" fmla="*/ 1332712 h 1448928"/>
                <a:gd name="connsiteX3" fmla="*/ 0 w 1417320"/>
                <a:gd name="connsiteY3" fmla="*/ 23286 h 1448928"/>
                <a:gd name="connsiteX0" fmla="*/ 320971 w 1417320"/>
                <a:gd name="connsiteY0" fmla="*/ 0 h 1448928"/>
                <a:gd name="connsiteX1" fmla="*/ 1417320 w 1417320"/>
                <a:gd name="connsiteY1" fmla="*/ 1448928 h 1448928"/>
                <a:gd name="connsiteX0" fmla="*/ 0 w 1817198"/>
                <a:gd name="connsiteY0" fmla="*/ 23286 h 1448928"/>
                <a:gd name="connsiteX1" fmla="*/ 1417320 w 1817198"/>
                <a:gd name="connsiteY1" fmla="*/ 1448928 h 1448928"/>
                <a:gd name="connsiteX2" fmla="*/ 72933 w 1817198"/>
                <a:gd name="connsiteY2" fmla="*/ 1332712 h 1448928"/>
                <a:gd name="connsiteX3" fmla="*/ 0 w 1817198"/>
                <a:gd name="connsiteY3" fmla="*/ 23286 h 1448928"/>
                <a:gd name="connsiteX0" fmla="*/ 320971 w 1817198"/>
                <a:gd name="connsiteY0" fmla="*/ 0 h 1448928"/>
                <a:gd name="connsiteX1" fmla="*/ 1817198 w 1817198"/>
                <a:gd name="connsiteY1" fmla="*/ 1145175 h 1448928"/>
                <a:gd name="connsiteX0" fmla="*/ 0 w 1817198"/>
                <a:gd name="connsiteY0" fmla="*/ 19714 h 1445356"/>
                <a:gd name="connsiteX1" fmla="*/ 1417320 w 1817198"/>
                <a:gd name="connsiteY1" fmla="*/ 1445356 h 1445356"/>
                <a:gd name="connsiteX2" fmla="*/ 72933 w 1817198"/>
                <a:gd name="connsiteY2" fmla="*/ 1329140 h 1445356"/>
                <a:gd name="connsiteX3" fmla="*/ 0 w 1817198"/>
                <a:gd name="connsiteY3" fmla="*/ 19714 h 1445356"/>
                <a:gd name="connsiteX0" fmla="*/ 72313 w 1817198"/>
                <a:gd name="connsiteY0" fmla="*/ 0 h 1445356"/>
                <a:gd name="connsiteX1" fmla="*/ 1817198 w 1817198"/>
                <a:gd name="connsiteY1" fmla="*/ 1141603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72933 w 1738996"/>
                <a:gd name="connsiteY2" fmla="*/ 1329140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247891 w 1738996"/>
                <a:gd name="connsiteY2" fmla="*/ 1199612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682835 w 1738996"/>
                <a:gd name="connsiteY2" fmla="*/ 834509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009667 w 1738996"/>
                <a:gd name="connsiteY1" fmla="*/ 578931 h 1445356"/>
                <a:gd name="connsiteX2" fmla="*/ 1417320 w 1738996"/>
                <a:gd name="connsiteY2" fmla="*/ 1445356 h 1445356"/>
                <a:gd name="connsiteX3" fmla="*/ 682835 w 1738996"/>
                <a:gd name="connsiteY3" fmla="*/ 834509 h 1445356"/>
                <a:gd name="connsiteX4" fmla="*/ 0 w 1738996"/>
                <a:gd name="connsiteY4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60811 h 1486453"/>
                <a:gd name="connsiteX1" fmla="*/ 1009667 w 1738996"/>
                <a:gd name="connsiteY1" fmla="*/ 620028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816806 w 1738996"/>
                <a:gd name="connsiteY1" fmla="*/ 788751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654730"/>
                <a:gd name="connsiteY0" fmla="*/ 60811 h 1486453"/>
                <a:gd name="connsiteX1" fmla="*/ 816806 w 1654730"/>
                <a:gd name="connsiteY1" fmla="*/ 788751 h 1486453"/>
                <a:gd name="connsiteX2" fmla="*/ 1417320 w 1654730"/>
                <a:gd name="connsiteY2" fmla="*/ 1486453 h 1486453"/>
                <a:gd name="connsiteX3" fmla="*/ 682835 w 1654730"/>
                <a:gd name="connsiteY3" fmla="*/ 875606 h 1486453"/>
                <a:gd name="connsiteX4" fmla="*/ 0 w 1654730"/>
                <a:gd name="connsiteY4" fmla="*/ 60811 h 1486453"/>
                <a:gd name="connsiteX0" fmla="*/ 51699 w 1654730"/>
                <a:gd name="connsiteY0" fmla="*/ 0 h 1486453"/>
                <a:gd name="connsiteX1" fmla="*/ 1654730 w 1654730"/>
                <a:gd name="connsiteY1" fmla="*/ 135506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03953"/>
                <a:gd name="connsiteY0" fmla="*/ 27736 h 1486453"/>
                <a:gd name="connsiteX1" fmla="*/ 806654 w 1703953"/>
                <a:gd name="connsiteY1" fmla="*/ 788751 h 1486453"/>
                <a:gd name="connsiteX2" fmla="*/ 1407168 w 1703953"/>
                <a:gd name="connsiteY2" fmla="*/ 1486453 h 1486453"/>
                <a:gd name="connsiteX3" fmla="*/ 672683 w 1703953"/>
                <a:gd name="connsiteY3" fmla="*/ 875606 h 1486453"/>
                <a:gd name="connsiteX4" fmla="*/ 0 w 1703953"/>
                <a:gd name="connsiteY4" fmla="*/ 27736 h 1486453"/>
                <a:gd name="connsiteX0" fmla="*/ 41547 w 1703953"/>
                <a:gd name="connsiteY0" fmla="*/ 0 h 1486453"/>
                <a:gd name="connsiteX1" fmla="*/ 1703953 w 1703953"/>
                <a:gd name="connsiteY1" fmla="*/ 1373684 h 1486453"/>
                <a:gd name="connsiteX0" fmla="*/ 0 w 1703953"/>
                <a:gd name="connsiteY0" fmla="*/ 3609 h 1462326"/>
                <a:gd name="connsiteX1" fmla="*/ 806654 w 1703953"/>
                <a:gd name="connsiteY1" fmla="*/ 764624 h 1462326"/>
                <a:gd name="connsiteX2" fmla="*/ 1407168 w 1703953"/>
                <a:gd name="connsiteY2" fmla="*/ 1462326 h 1462326"/>
                <a:gd name="connsiteX3" fmla="*/ 672683 w 1703953"/>
                <a:gd name="connsiteY3" fmla="*/ 851479 h 1462326"/>
                <a:gd name="connsiteX4" fmla="*/ 0 w 1703953"/>
                <a:gd name="connsiteY4" fmla="*/ 3609 h 1462326"/>
                <a:gd name="connsiteX0" fmla="*/ 47802 w 1703953"/>
                <a:gd name="connsiteY0" fmla="*/ 26178 h 1462326"/>
                <a:gd name="connsiteX1" fmla="*/ 1703953 w 1703953"/>
                <a:gd name="connsiteY1" fmla="*/ 1349557 h 1462326"/>
                <a:gd name="connsiteX0" fmla="*/ 0 w 1703953"/>
                <a:gd name="connsiteY0" fmla="*/ 3609 h 1462326"/>
                <a:gd name="connsiteX1" fmla="*/ 806654 w 1703953"/>
                <a:gd name="connsiteY1" fmla="*/ 764624 h 1462326"/>
                <a:gd name="connsiteX2" fmla="*/ 1407168 w 1703953"/>
                <a:gd name="connsiteY2" fmla="*/ 1462326 h 1462326"/>
                <a:gd name="connsiteX3" fmla="*/ 672683 w 1703953"/>
                <a:gd name="connsiteY3" fmla="*/ 851479 h 1462326"/>
                <a:gd name="connsiteX4" fmla="*/ 0 w 1703953"/>
                <a:gd name="connsiteY4" fmla="*/ 3609 h 1462326"/>
                <a:gd name="connsiteX0" fmla="*/ 47802 w 1703953"/>
                <a:gd name="connsiteY0" fmla="*/ 26178 h 1462326"/>
                <a:gd name="connsiteX1" fmla="*/ 1703953 w 1703953"/>
                <a:gd name="connsiteY1" fmla="*/ 1349557 h 1462326"/>
                <a:gd name="connsiteX0" fmla="*/ 0 w 1703953"/>
                <a:gd name="connsiteY0" fmla="*/ 3609 h 1462326"/>
                <a:gd name="connsiteX1" fmla="*/ 806654 w 1703953"/>
                <a:gd name="connsiteY1" fmla="*/ 764624 h 1462326"/>
                <a:gd name="connsiteX2" fmla="*/ 1407168 w 1703953"/>
                <a:gd name="connsiteY2" fmla="*/ 1462326 h 1462326"/>
                <a:gd name="connsiteX3" fmla="*/ 672683 w 1703953"/>
                <a:gd name="connsiteY3" fmla="*/ 851479 h 1462326"/>
                <a:gd name="connsiteX4" fmla="*/ 0 w 1703953"/>
                <a:gd name="connsiteY4" fmla="*/ 3609 h 1462326"/>
                <a:gd name="connsiteX0" fmla="*/ 47802 w 1703953"/>
                <a:gd name="connsiteY0" fmla="*/ 26178 h 1462326"/>
                <a:gd name="connsiteX1" fmla="*/ 1703953 w 1703953"/>
                <a:gd name="connsiteY1" fmla="*/ 1349557 h 1462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953" h="1462326" stroke="0" extrusionOk="0">
                  <a:moveTo>
                    <a:pt x="0" y="3609"/>
                  </a:moveTo>
                  <a:cubicBezTo>
                    <a:pt x="62785" y="-50921"/>
                    <a:pt x="570434" y="527017"/>
                    <a:pt x="806654" y="764624"/>
                  </a:cubicBezTo>
                  <a:cubicBezTo>
                    <a:pt x="1042874" y="1002231"/>
                    <a:pt x="1469953" y="1407796"/>
                    <a:pt x="1407168" y="1462326"/>
                  </a:cubicBezTo>
                  <a:lnTo>
                    <a:pt x="672683" y="851479"/>
                  </a:lnTo>
                  <a:cubicBezTo>
                    <a:pt x="672683" y="376265"/>
                    <a:pt x="0" y="478823"/>
                    <a:pt x="0" y="3609"/>
                  </a:cubicBezTo>
                  <a:close/>
                </a:path>
                <a:path w="1703953" h="1462326" fill="none">
                  <a:moveTo>
                    <a:pt x="47802" y="26178"/>
                  </a:moveTo>
                  <a:cubicBezTo>
                    <a:pt x="808098" y="353509"/>
                    <a:pt x="1342058" y="847542"/>
                    <a:pt x="1703953" y="1349557"/>
                  </a:cubicBezTo>
                </a:path>
              </a:pathLst>
            </a:custGeom>
            <a:ln w="19050">
              <a:solidFill>
                <a:schemeClr val="accent1">
                  <a:lumMod val="50000"/>
                </a:schemeClr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1" name="Arc 39">
              <a:extLst>
                <a:ext uri="{FF2B5EF4-FFF2-40B4-BE49-F238E27FC236}">
                  <a16:creationId xmlns:a16="http://schemas.microsoft.com/office/drawing/2014/main" id="{90C00139-1A54-75D6-52C7-EA5C2E7BD5E9}"/>
                </a:ext>
              </a:extLst>
            </p:cNvPr>
            <p:cNvSpPr/>
            <p:nvPr/>
          </p:nvSpPr>
          <p:spPr>
            <a:xfrm rot="6957562">
              <a:off x="1261019" y="3175821"/>
              <a:ext cx="1340353" cy="860779"/>
            </a:xfrm>
            <a:custGeom>
              <a:avLst/>
              <a:gdLst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2" fmla="*/ 1417320 w 2834640"/>
                <a:gd name="connsiteY2" fmla="*/ 1425642 h 2851283"/>
                <a:gd name="connsiteX3" fmla="*/ 1417320 w 2834640"/>
                <a:gd name="connsiteY3" fmla="*/ 0 h 2851283"/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366655 w 1417320"/>
                <a:gd name="connsiteY2" fmla="*/ 1178595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72933 w 1417320"/>
                <a:gd name="connsiteY2" fmla="*/ 1309426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23286 h 1448928"/>
                <a:gd name="connsiteX1" fmla="*/ 1417320 w 1417320"/>
                <a:gd name="connsiteY1" fmla="*/ 1448928 h 1448928"/>
                <a:gd name="connsiteX2" fmla="*/ 72933 w 1417320"/>
                <a:gd name="connsiteY2" fmla="*/ 1332712 h 1448928"/>
                <a:gd name="connsiteX3" fmla="*/ 0 w 1417320"/>
                <a:gd name="connsiteY3" fmla="*/ 23286 h 1448928"/>
                <a:gd name="connsiteX0" fmla="*/ 320971 w 1417320"/>
                <a:gd name="connsiteY0" fmla="*/ 0 h 1448928"/>
                <a:gd name="connsiteX1" fmla="*/ 1417320 w 1417320"/>
                <a:gd name="connsiteY1" fmla="*/ 1448928 h 1448928"/>
                <a:gd name="connsiteX0" fmla="*/ 0 w 1817198"/>
                <a:gd name="connsiteY0" fmla="*/ 23286 h 1448928"/>
                <a:gd name="connsiteX1" fmla="*/ 1417320 w 1817198"/>
                <a:gd name="connsiteY1" fmla="*/ 1448928 h 1448928"/>
                <a:gd name="connsiteX2" fmla="*/ 72933 w 1817198"/>
                <a:gd name="connsiteY2" fmla="*/ 1332712 h 1448928"/>
                <a:gd name="connsiteX3" fmla="*/ 0 w 1817198"/>
                <a:gd name="connsiteY3" fmla="*/ 23286 h 1448928"/>
                <a:gd name="connsiteX0" fmla="*/ 320971 w 1817198"/>
                <a:gd name="connsiteY0" fmla="*/ 0 h 1448928"/>
                <a:gd name="connsiteX1" fmla="*/ 1817198 w 1817198"/>
                <a:gd name="connsiteY1" fmla="*/ 1145175 h 1448928"/>
                <a:gd name="connsiteX0" fmla="*/ 0 w 1817198"/>
                <a:gd name="connsiteY0" fmla="*/ 19714 h 1445356"/>
                <a:gd name="connsiteX1" fmla="*/ 1417320 w 1817198"/>
                <a:gd name="connsiteY1" fmla="*/ 1445356 h 1445356"/>
                <a:gd name="connsiteX2" fmla="*/ 72933 w 1817198"/>
                <a:gd name="connsiteY2" fmla="*/ 1329140 h 1445356"/>
                <a:gd name="connsiteX3" fmla="*/ 0 w 1817198"/>
                <a:gd name="connsiteY3" fmla="*/ 19714 h 1445356"/>
                <a:gd name="connsiteX0" fmla="*/ 72313 w 1817198"/>
                <a:gd name="connsiteY0" fmla="*/ 0 h 1445356"/>
                <a:gd name="connsiteX1" fmla="*/ 1817198 w 1817198"/>
                <a:gd name="connsiteY1" fmla="*/ 1141603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72933 w 1738996"/>
                <a:gd name="connsiteY2" fmla="*/ 1329140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247891 w 1738996"/>
                <a:gd name="connsiteY2" fmla="*/ 1199612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682835 w 1738996"/>
                <a:gd name="connsiteY2" fmla="*/ 834509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009667 w 1738996"/>
                <a:gd name="connsiteY1" fmla="*/ 578931 h 1445356"/>
                <a:gd name="connsiteX2" fmla="*/ 1417320 w 1738996"/>
                <a:gd name="connsiteY2" fmla="*/ 1445356 h 1445356"/>
                <a:gd name="connsiteX3" fmla="*/ 682835 w 1738996"/>
                <a:gd name="connsiteY3" fmla="*/ 834509 h 1445356"/>
                <a:gd name="connsiteX4" fmla="*/ 0 w 1738996"/>
                <a:gd name="connsiteY4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60811 h 1486453"/>
                <a:gd name="connsiteX1" fmla="*/ 1009667 w 1738996"/>
                <a:gd name="connsiteY1" fmla="*/ 620028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956265 w 1738996"/>
                <a:gd name="connsiteY1" fmla="*/ 666030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956265 w 1738996"/>
                <a:gd name="connsiteY1" fmla="*/ 666030 h 1486453"/>
                <a:gd name="connsiteX2" fmla="*/ 1417320 w 1738996"/>
                <a:gd name="connsiteY2" fmla="*/ 1486453 h 1486453"/>
                <a:gd name="connsiteX3" fmla="*/ 777778 w 1738996"/>
                <a:gd name="connsiteY3" fmla="*/ 819764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1266359 w 1738996"/>
                <a:gd name="connsiteY1" fmla="*/ 849288 h 1486453"/>
                <a:gd name="connsiteX2" fmla="*/ 1417320 w 1738996"/>
                <a:gd name="connsiteY2" fmla="*/ 1486453 h 1486453"/>
                <a:gd name="connsiteX3" fmla="*/ 777778 w 1738996"/>
                <a:gd name="connsiteY3" fmla="*/ 819764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757567 w 1738996"/>
                <a:gd name="connsiteY1" fmla="*/ 553330 h 1486453"/>
                <a:gd name="connsiteX2" fmla="*/ 1417320 w 1738996"/>
                <a:gd name="connsiteY2" fmla="*/ 1486453 h 1486453"/>
                <a:gd name="connsiteX3" fmla="*/ 777778 w 1738996"/>
                <a:gd name="connsiteY3" fmla="*/ 819764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  <a:gd name="connsiteX0" fmla="*/ 0 w 1733260"/>
                <a:gd name="connsiteY0" fmla="*/ 60811 h 1486453"/>
                <a:gd name="connsiteX1" fmla="*/ 757567 w 1733260"/>
                <a:gd name="connsiteY1" fmla="*/ 553330 h 1486453"/>
                <a:gd name="connsiteX2" fmla="*/ 1417320 w 1733260"/>
                <a:gd name="connsiteY2" fmla="*/ 1486453 h 1486453"/>
                <a:gd name="connsiteX3" fmla="*/ 777778 w 1733260"/>
                <a:gd name="connsiteY3" fmla="*/ 819764 h 1486453"/>
                <a:gd name="connsiteX4" fmla="*/ 0 w 1733260"/>
                <a:gd name="connsiteY4" fmla="*/ 60811 h 1486453"/>
                <a:gd name="connsiteX0" fmla="*/ 51699 w 1733260"/>
                <a:gd name="connsiteY0" fmla="*/ 0 h 1486453"/>
                <a:gd name="connsiteX1" fmla="*/ 1733260 w 1733260"/>
                <a:gd name="connsiteY1" fmla="*/ 1355379 h 148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33260" h="1486453" stroke="0" extrusionOk="0">
                  <a:moveTo>
                    <a:pt x="0" y="60811"/>
                  </a:moveTo>
                  <a:cubicBezTo>
                    <a:pt x="62785" y="6281"/>
                    <a:pt x="521347" y="315723"/>
                    <a:pt x="757567" y="553330"/>
                  </a:cubicBezTo>
                  <a:cubicBezTo>
                    <a:pt x="993787" y="790937"/>
                    <a:pt x="1480105" y="1431923"/>
                    <a:pt x="1417320" y="1486453"/>
                  </a:cubicBezTo>
                  <a:lnTo>
                    <a:pt x="777778" y="819764"/>
                  </a:lnTo>
                  <a:cubicBezTo>
                    <a:pt x="777778" y="344550"/>
                    <a:pt x="0" y="536025"/>
                    <a:pt x="0" y="60811"/>
                  </a:cubicBezTo>
                  <a:close/>
                </a:path>
                <a:path w="1733260" h="1486453" fill="none">
                  <a:moveTo>
                    <a:pt x="51699" y="0"/>
                  </a:moveTo>
                  <a:cubicBezTo>
                    <a:pt x="824849" y="214014"/>
                    <a:pt x="1390512" y="639132"/>
                    <a:pt x="1733260" y="1355379"/>
                  </a:cubicBezTo>
                </a:path>
              </a:pathLst>
            </a:custGeom>
            <a:ln w="19050">
              <a:solidFill>
                <a:schemeClr val="accent1">
                  <a:lumMod val="50000"/>
                </a:schemeClr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2" name="Arc 39">
              <a:extLst>
                <a:ext uri="{FF2B5EF4-FFF2-40B4-BE49-F238E27FC236}">
                  <a16:creationId xmlns:a16="http://schemas.microsoft.com/office/drawing/2014/main" id="{96E93884-2D8B-932E-E267-BD3531EF4B7B}"/>
                </a:ext>
              </a:extLst>
            </p:cNvPr>
            <p:cNvSpPr/>
            <p:nvPr/>
          </p:nvSpPr>
          <p:spPr>
            <a:xfrm rot="17872158">
              <a:off x="1180756" y="3118572"/>
              <a:ext cx="1474425" cy="778256"/>
            </a:xfrm>
            <a:custGeom>
              <a:avLst/>
              <a:gdLst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2" fmla="*/ 1417320 w 2834640"/>
                <a:gd name="connsiteY2" fmla="*/ 1425642 h 2851283"/>
                <a:gd name="connsiteX3" fmla="*/ 1417320 w 2834640"/>
                <a:gd name="connsiteY3" fmla="*/ 0 h 2851283"/>
                <a:gd name="connsiteX0" fmla="*/ 1417320 w 2834640"/>
                <a:gd name="connsiteY0" fmla="*/ 0 h 2851283"/>
                <a:gd name="connsiteX1" fmla="*/ 2834640 w 2834640"/>
                <a:gd name="connsiteY1" fmla="*/ 1425642 h 2851283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366655 w 1417320"/>
                <a:gd name="connsiteY2" fmla="*/ 1178595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2" fmla="*/ 72933 w 1417320"/>
                <a:gd name="connsiteY2" fmla="*/ 1309426 h 1425642"/>
                <a:gd name="connsiteX3" fmla="*/ 0 w 1417320"/>
                <a:gd name="connsiteY3" fmla="*/ 0 h 1425642"/>
                <a:gd name="connsiteX0" fmla="*/ 0 w 1417320"/>
                <a:gd name="connsiteY0" fmla="*/ 0 h 1425642"/>
                <a:gd name="connsiteX1" fmla="*/ 1417320 w 1417320"/>
                <a:gd name="connsiteY1" fmla="*/ 1425642 h 1425642"/>
                <a:gd name="connsiteX0" fmla="*/ 0 w 1417320"/>
                <a:gd name="connsiteY0" fmla="*/ 23286 h 1448928"/>
                <a:gd name="connsiteX1" fmla="*/ 1417320 w 1417320"/>
                <a:gd name="connsiteY1" fmla="*/ 1448928 h 1448928"/>
                <a:gd name="connsiteX2" fmla="*/ 72933 w 1417320"/>
                <a:gd name="connsiteY2" fmla="*/ 1332712 h 1448928"/>
                <a:gd name="connsiteX3" fmla="*/ 0 w 1417320"/>
                <a:gd name="connsiteY3" fmla="*/ 23286 h 1448928"/>
                <a:gd name="connsiteX0" fmla="*/ 320971 w 1417320"/>
                <a:gd name="connsiteY0" fmla="*/ 0 h 1448928"/>
                <a:gd name="connsiteX1" fmla="*/ 1417320 w 1417320"/>
                <a:gd name="connsiteY1" fmla="*/ 1448928 h 1448928"/>
                <a:gd name="connsiteX0" fmla="*/ 0 w 1817198"/>
                <a:gd name="connsiteY0" fmla="*/ 23286 h 1448928"/>
                <a:gd name="connsiteX1" fmla="*/ 1417320 w 1817198"/>
                <a:gd name="connsiteY1" fmla="*/ 1448928 h 1448928"/>
                <a:gd name="connsiteX2" fmla="*/ 72933 w 1817198"/>
                <a:gd name="connsiteY2" fmla="*/ 1332712 h 1448928"/>
                <a:gd name="connsiteX3" fmla="*/ 0 w 1817198"/>
                <a:gd name="connsiteY3" fmla="*/ 23286 h 1448928"/>
                <a:gd name="connsiteX0" fmla="*/ 320971 w 1817198"/>
                <a:gd name="connsiteY0" fmla="*/ 0 h 1448928"/>
                <a:gd name="connsiteX1" fmla="*/ 1817198 w 1817198"/>
                <a:gd name="connsiteY1" fmla="*/ 1145175 h 1448928"/>
                <a:gd name="connsiteX0" fmla="*/ 0 w 1817198"/>
                <a:gd name="connsiteY0" fmla="*/ 19714 h 1445356"/>
                <a:gd name="connsiteX1" fmla="*/ 1417320 w 1817198"/>
                <a:gd name="connsiteY1" fmla="*/ 1445356 h 1445356"/>
                <a:gd name="connsiteX2" fmla="*/ 72933 w 1817198"/>
                <a:gd name="connsiteY2" fmla="*/ 1329140 h 1445356"/>
                <a:gd name="connsiteX3" fmla="*/ 0 w 1817198"/>
                <a:gd name="connsiteY3" fmla="*/ 19714 h 1445356"/>
                <a:gd name="connsiteX0" fmla="*/ 72313 w 1817198"/>
                <a:gd name="connsiteY0" fmla="*/ 0 h 1445356"/>
                <a:gd name="connsiteX1" fmla="*/ 1817198 w 1817198"/>
                <a:gd name="connsiteY1" fmla="*/ 1141603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72933 w 1738996"/>
                <a:gd name="connsiteY2" fmla="*/ 1329140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247891 w 1738996"/>
                <a:gd name="connsiteY2" fmla="*/ 1199612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417320 w 1738996"/>
                <a:gd name="connsiteY1" fmla="*/ 1445356 h 1445356"/>
                <a:gd name="connsiteX2" fmla="*/ 682835 w 1738996"/>
                <a:gd name="connsiteY2" fmla="*/ 834509 h 1445356"/>
                <a:gd name="connsiteX3" fmla="*/ 0 w 1738996"/>
                <a:gd name="connsiteY3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19714 h 1445356"/>
                <a:gd name="connsiteX1" fmla="*/ 1009667 w 1738996"/>
                <a:gd name="connsiteY1" fmla="*/ 578931 h 1445356"/>
                <a:gd name="connsiteX2" fmla="*/ 1417320 w 1738996"/>
                <a:gd name="connsiteY2" fmla="*/ 1445356 h 1445356"/>
                <a:gd name="connsiteX3" fmla="*/ 682835 w 1738996"/>
                <a:gd name="connsiteY3" fmla="*/ 834509 h 1445356"/>
                <a:gd name="connsiteX4" fmla="*/ 0 w 1738996"/>
                <a:gd name="connsiteY4" fmla="*/ 19714 h 1445356"/>
                <a:gd name="connsiteX0" fmla="*/ 72313 w 1738996"/>
                <a:gd name="connsiteY0" fmla="*/ 0 h 1445356"/>
                <a:gd name="connsiteX1" fmla="*/ 1738996 w 1738996"/>
                <a:gd name="connsiteY1" fmla="*/ 1352478 h 1445356"/>
                <a:gd name="connsiteX0" fmla="*/ 0 w 1738996"/>
                <a:gd name="connsiteY0" fmla="*/ 60811 h 1486453"/>
                <a:gd name="connsiteX1" fmla="*/ 1009667 w 1738996"/>
                <a:gd name="connsiteY1" fmla="*/ 620028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738996"/>
                <a:gd name="connsiteY0" fmla="*/ 60811 h 1486453"/>
                <a:gd name="connsiteX1" fmla="*/ 816806 w 1738996"/>
                <a:gd name="connsiteY1" fmla="*/ 788751 h 1486453"/>
                <a:gd name="connsiteX2" fmla="*/ 1417320 w 1738996"/>
                <a:gd name="connsiteY2" fmla="*/ 1486453 h 1486453"/>
                <a:gd name="connsiteX3" fmla="*/ 682835 w 1738996"/>
                <a:gd name="connsiteY3" fmla="*/ 875606 h 1486453"/>
                <a:gd name="connsiteX4" fmla="*/ 0 w 1738996"/>
                <a:gd name="connsiteY4" fmla="*/ 60811 h 1486453"/>
                <a:gd name="connsiteX0" fmla="*/ 51699 w 1738996"/>
                <a:gd name="connsiteY0" fmla="*/ 0 h 1486453"/>
                <a:gd name="connsiteX1" fmla="*/ 1738996 w 1738996"/>
                <a:gd name="connsiteY1" fmla="*/ 1393575 h 1486453"/>
                <a:gd name="connsiteX0" fmla="*/ 0 w 1654730"/>
                <a:gd name="connsiteY0" fmla="*/ 60811 h 1486453"/>
                <a:gd name="connsiteX1" fmla="*/ 816806 w 1654730"/>
                <a:gd name="connsiteY1" fmla="*/ 788751 h 1486453"/>
                <a:gd name="connsiteX2" fmla="*/ 1417320 w 1654730"/>
                <a:gd name="connsiteY2" fmla="*/ 1486453 h 1486453"/>
                <a:gd name="connsiteX3" fmla="*/ 682835 w 1654730"/>
                <a:gd name="connsiteY3" fmla="*/ 875606 h 1486453"/>
                <a:gd name="connsiteX4" fmla="*/ 0 w 1654730"/>
                <a:gd name="connsiteY4" fmla="*/ 60811 h 1486453"/>
                <a:gd name="connsiteX0" fmla="*/ 51699 w 1654730"/>
                <a:gd name="connsiteY0" fmla="*/ 0 h 1486453"/>
                <a:gd name="connsiteX1" fmla="*/ 1654730 w 1654730"/>
                <a:gd name="connsiteY1" fmla="*/ 135506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14105"/>
                <a:gd name="connsiteY0" fmla="*/ 60811 h 1486453"/>
                <a:gd name="connsiteX1" fmla="*/ 816806 w 1714105"/>
                <a:gd name="connsiteY1" fmla="*/ 788751 h 1486453"/>
                <a:gd name="connsiteX2" fmla="*/ 1417320 w 1714105"/>
                <a:gd name="connsiteY2" fmla="*/ 1486453 h 1486453"/>
                <a:gd name="connsiteX3" fmla="*/ 682835 w 1714105"/>
                <a:gd name="connsiteY3" fmla="*/ 875606 h 1486453"/>
                <a:gd name="connsiteX4" fmla="*/ 0 w 1714105"/>
                <a:gd name="connsiteY4" fmla="*/ 60811 h 1486453"/>
                <a:gd name="connsiteX0" fmla="*/ 51699 w 1714105"/>
                <a:gd name="connsiteY0" fmla="*/ 0 h 1486453"/>
                <a:gd name="connsiteX1" fmla="*/ 1714105 w 1714105"/>
                <a:gd name="connsiteY1" fmla="*/ 1373684 h 1486453"/>
                <a:gd name="connsiteX0" fmla="*/ 0 w 1703953"/>
                <a:gd name="connsiteY0" fmla="*/ 27736 h 1486453"/>
                <a:gd name="connsiteX1" fmla="*/ 806654 w 1703953"/>
                <a:gd name="connsiteY1" fmla="*/ 788751 h 1486453"/>
                <a:gd name="connsiteX2" fmla="*/ 1407168 w 1703953"/>
                <a:gd name="connsiteY2" fmla="*/ 1486453 h 1486453"/>
                <a:gd name="connsiteX3" fmla="*/ 672683 w 1703953"/>
                <a:gd name="connsiteY3" fmla="*/ 875606 h 1486453"/>
                <a:gd name="connsiteX4" fmla="*/ 0 w 1703953"/>
                <a:gd name="connsiteY4" fmla="*/ 27736 h 1486453"/>
                <a:gd name="connsiteX0" fmla="*/ 41547 w 1703953"/>
                <a:gd name="connsiteY0" fmla="*/ 0 h 1486453"/>
                <a:gd name="connsiteX1" fmla="*/ 1703953 w 1703953"/>
                <a:gd name="connsiteY1" fmla="*/ 1373684 h 1486453"/>
                <a:gd name="connsiteX0" fmla="*/ 0 w 1703953"/>
                <a:gd name="connsiteY0" fmla="*/ 3609 h 1462326"/>
                <a:gd name="connsiteX1" fmla="*/ 806654 w 1703953"/>
                <a:gd name="connsiteY1" fmla="*/ 764624 h 1462326"/>
                <a:gd name="connsiteX2" fmla="*/ 1407168 w 1703953"/>
                <a:gd name="connsiteY2" fmla="*/ 1462326 h 1462326"/>
                <a:gd name="connsiteX3" fmla="*/ 672683 w 1703953"/>
                <a:gd name="connsiteY3" fmla="*/ 851479 h 1462326"/>
                <a:gd name="connsiteX4" fmla="*/ 0 w 1703953"/>
                <a:gd name="connsiteY4" fmla="*/ 3609 h 1462326"/>
                <a:gd name="connsiteX0" fmla="*/ 47802 w 1703953"/>
                <a:gd name="connsiteY0" fmla="*/ 26178 h 1462326"/>
                <a:gd name="connsiteX1" fmla="*/ 1703953 w 1703953"/>
                <a:gd name="connsiteY1" fmla="*/ 1349557 h 1462326"/>
                <a:gd name="connsiteX0" fmla="*/ 0 w 1703953"/>
                <a:gd name="connsiteY0" fmla="*/ 3609 h 1462326"/>
                <a:gd name="connsiteX1" fmla="*/ 806654 w 1703953"/>
                <a:gd name="connsiteY1" fmla="*/ 764624 h 1462326"/>
                <a:gd name="connsiteX2" fmla="*/ 1407168 w 1703953"/>
                <a:gd name="connsiteY2" fmla="*/ 1462326 h 1462326"/>
                <a:gd name="connsiteX3" fmla="*/ 672683 w 1703953"/>
                <a:gd name="connsiteY3" fmla="*/ 851479 h 1462326"/>
                <a:gd name="connsiteX4" fmla="*/ 0 w 1703953"/>
                <a:gd name="connsiteY4" fmla="*/ 3609 h 1462326"/>
                <a:gd name="connsiteX0" fmla="*/ 47802 w 1703953"/>
                <a:gd name="connsiteY0" fmla="*/ 26178 h 1462326"/>
                <a:gd name="connsiteX1" fmla="*/ 1703953 w 1703953"/>
                <a:gd name="connsiteY1" fmla="*/ 1349557 h 1462326"/>
                <a:gd name="connsiteX0" fmla="*/ 0 w 1703953"/>
                <a:gd name="connsiteY0" fmla="*/ 3609 h 1462326"/>
                <a:gd name="connsiteX1" fmla="*/ 806654 w 1703953"/>
                <a:gd name="connsiteY1" fmla="*/ 764624 h 1462326"/>
                <a:gd name="connsiteX2" fmla="*/ 1407168 w 1703953"/>
                <a:gd name="connsiteY2" fmla="*/ 1462326 h 1462326"/>
                <a:gd name="connsiteX3" fmla="*/ 672683 w 1703953"/>
                <a:gd name="connsiteY3" fmla="*/ 851479 h 1462326"/>
                <a:gd name="connsiteX4" fmla="*/ 0 w 1703953"/>
                <a:gd name="connsiteY4" fmla="*/ 3609 h 1462326"/>
                <a:gd name="connsiteX0" fmla="*/ 47802 w 1703953"/>
                <a:gd name="connsiteY0" fmla="*/ 26178 h 1462326"/>
                <a:gd name="connsiteX1" fmla="*/ 1703953 w 1703953"/>
                <a:gd name="connsiteY1" fmla="*/ 1349557 h 1462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953" h="1462326" stroke="0" extrusionOk="0">
                  <a:moveTo>
                    <a:pt x="0" y="3609"/>
                  </a:moveTo>
                  <a:cubicBezTo>
                    <a:pt x="62785" y="-50921"/>
                    <a:pt x="570434" y="527017"/>
                    <a:pt x="806654" y="764624"/>
                  </a:cubicBezTo>
                  <a:cubicBezTo>
                    <a:pt x="1042874" y="1002231"/>
                    <a:pt x="1469953" y="1407796"/>
                    <a:pt x="1407168" y="1462326"/>
                  </a:cubicBezTo>
                  <a:lnTo>
                    <a:pt x="672683" y="851479"/>
                  </a:lnTo>
                  <a:cubicBezTo>
                    <a:pt x="672683" y="376265"/>
                    <a:pt x="0" y="478823"/>
                    <a:pt x="0" y="3609"/>
                  </a:cubicBezTo>
                  <a:close/>
                </a:path>
                <a:path w="1703953" h="1462326" fill="none">
                  <a:moveTo>
                    <a:pt x="47802" y="26178"/>
                  </a:moveTo>
                  <a:cubicBezTo>
                    <a:pt x="808098" y="353509"/>
                    <a:pt x="1342058" y="847542"/>
                    <a:pt x="1703953" y="1349557"/>
                  </a:cubicBezTo>
                </a:path>
              </a:pathLst>
            </a:custGeom>
            <a:ln w="19050">
              <a:solidFill>
                <a:schemeClr val="accent1">
                  <a:lumMod val="50000"/>
                </a:schemeClr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392D53-CDC5-3649-705A-384CFCAAB4BE}"/>
                </a:ext>
              </a:extLst>
            </p:cNvPr>
            <p:cNvSpPr txBox="1"/>
            <p:nvPr/>
          </p:nvSpPr>
          <p:spPr>
            <a:xfrm>
              <a:off x="880540" y="2408807"/>
              <a:ext cx="2908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04C8A32-54EA-9F8C-CB64-233D60508EB0}"/>
                </a:ext>
              </a:extLst>
            </p:cNvPr>
            <p:cNvSpPr txBox="1"/>
            <p:nvPr/>
          </p:nvSpPr>
          <p:spPr>
            <a:xfrm>
              <a:off x="7170518" y="4380603"/>
              <a:ext cx="2143419" cy="277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Non-Relational Databases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10A1F0B-E992-FA6C-C823-DCD80EF94730}"/>
                </a:ext>
              </a:extLst>
            </p:cNvPr>
            <p:cNvSpPr txBox="1"/>
            <p:nvPr/>
          </p:nvSpPr>
          <p:spPr>
            <a:xfrm rot="1918651">
              <a:off x="1421022" y="1589423"/>
              <a:ext cx="1124024" cy="2540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Proto Request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027CA5-A591-F687-E4B5-3E43F9CEC525}"/>
                </a:ext>
              </a:extLst>
            </p:cNvPr>
            <p:cNvSpPr txBox="1"/>
            <p:nvPr/>
          </p:nvSpPr>
          <p:spPr>
            <a:xfrm rot="2234965">
              <a:off x="1265248" y="2403698"/>
              <a:ext cx="1224845" cy="2540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Proto Response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6241A47-A1D1-DAFA-E880-77035BD1DC3E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6798628" y="1669104"/>
              <a:ext cx="991051" cy="10910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CAA650B-09A1-9819-5A28-1C46AA1CE974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H="1">
              <a:off x="6857694" y="2036681"/>
              <a:ext cx="1329317" cy="8492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64535B3-4FFF-1772-9B99-76E716F0E7A7}"/>
                </a:ext>
              </a:extLst>
            </p:cNvPr>
            <p:cNvSpPr txBox="1"/>
            <p:nvPr/>
          </p:nvSpPr>
          <p:spPr>
            <a:xfrm>
              <a:off x="4086409" y="1849472"/>
              <a:ext cx="1421899" cy="346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Middleware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91AEFE1-D005-19EC-CE7C-D089A6A2CAD8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>
              <a:off x="6798628" y="3270740"/>
              <a:ext cx="990345" cy="5896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1A0ABFF-0580-A67F-4E43-199439FB9EED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 flipV="1">
              <a:off x="6857694" y="3134324"/>
              <a:ext cx="1328611" cy="3584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D0DA51B-0847-7DA0-44F8-DC5FDDBF9D0A}"/>
                </a:ext>
              </a:extLst>
            </p:cNvPr>
            <p:cNvSpPr txBox="1"/>
            <p:nvPr/>
          </p:nvSpPr>
          <p:spPr>
            <a:xfrm>
              <a:off x="8096812" y="2258722"/>
              <a:ext cx="2908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490A7B6-0BE1-A21E-CED4-6D1F89B450D0}"/>
                </a:ext>
              </a:extLst>
            </p:cNvPr>
            <p:cNvSpPr/>
            <p:nvPr/>
          </p:nvSpPr>
          <p:spPr>
            <a:xfrm>
              <a:off x="5125134" y="2661821"/>
              <a:ext cx="1732560" cy="621594"/>
            </a:xfrm>
            <a:prstGeom prst="roundRect">
              <a:avLst/>
            </a:prstGeom>
            <a:ln w="19050">
              <a:solidFill>
                <a:schemeClr val="tx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Database Communication Interface</a:t>
              </a:r>
            </a:p>
          </p:txBody>
        </p:sp>
        <p:sp>
          <p:nvSpPr>
            <p:cNvPr id="33" name="Cylinder 32">
              <a:extLst>
                <a:ext uri="{FF2B5EF4-FFF2-40B4-BE49-F238E27FC236}">
                  <a16:creationId xmlns:a16="http://schemas.microsoft.com/office/drawing/2014/main" id="{9EC98BD7-6CF1-9C62-6F72-AEC870A0DF04}"/>
                </a:ext>
              </a:extLst>
            </p:cNvPr>
            <p:cNvSpPr/>
            <p:nvPr/>
          </p:nvSpPr>
          <p:spPr>
            <a:xfrm>
              <a:off x="7788972" y="3492781"/>
              <a:ext cx="794665" cy="735154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</a:t>
              </a:r>
              <a:r>
                <a:rPr lang="en-US" sz="2000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32" name="Cylinder 31">
              <a:extLst>
                <a:ext uri="{FF2B5EF4-FFF2-40B4-BE49-F238E27FC236}">
                  <a16:creationId xmlns:a16="http://schemas.microsoft.com/office/drawing/2014/main" id="{8E352F1C-051C-62A0-590B-8F8519C59281}"/>
                </a:ext>
              </a:extLst>
            </p:cNvPr>
            <p:cNvSpPr/>
            <p:nvPr/>
          </p:nvSpPr>
          <p:spPr>
            <a:xfrm>
              <a:off x="7789679" y="1301526"/>
              <a:ext cx="794665" cy="735154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</a:t>
              </a:r>
              <a:r>
                <a:rPr lang="en-US" sz="2000" baseline="-25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5AF4ED3-19D4-17A8-8BD3-4D289506819A}"/>
              </a:ext>
            </a:extLst>
          </p:cNvPr>
          <p:cNvSpPr txBox="1"/>
          <p:nvPr/>
        </p:nvSpPr>
        <p:spPr>
          <a:xfrm rot="18747171">
            <a:off x="8939288" y="2115408"/>
            <a:ext cx="860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Request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2A4A2-B9F9-AFB8-5008-25A985BADD3C}"/>
              </a:ext>
            </a:extLst>
          </p:cNvPr>
          <p:cNvSpPr txBox="1"/>
          <p:nvPr/>
        </p:nvSpPr>
        <p:spPr>
          <a:xfrm rot="1007641">
            <a:off x="9153746" y="3716556"/>
            <a:ext cx="982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FDA8F-0E38-1627-2DAE-6CD7F36C4EF5}"/>
              </a:ext>
            </a:extLst>
          </p:cNvPr>
          <p:cNvSpPr/>
          <p:nvPr/>
        </p:nvSpPr>
        <p:spPr>
          <a:xfrm>
            <a:off x="5277230" y="2696902"/>
            <a:ext cx="1107168" cy="17806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Internal Modules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16D69B-8FB2-5A98-9A20-E8B8ADCD759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991682" y="3581826"/>
            <a:ext cx="285548" cy="54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2757EC-043B-6909-BA7D-CFF90A8E05D2}"/>
              </a:ext>
            </a:extLst>
          </p:cNvPr>
          <p:cNvCxnSpPr>
            <a:cxnSpLocks/>
            <a:stCxn id="4" idx="3"/>
            <a:endCxn id="47" idx="1"/>
          </p:cNvCxnSpPr>
          <p:nvPr/>
        </p:nvCxnSpPr>
        <p:spPr>
          <a:xfrm>
            <a:off x="6384398" y="3587239"/>
            <a:ext cx="308390" cy="283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852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7</cp:revision>
  <dcterms:created xsi:type="dcterms:W3CDTF">2023-04-24T14:35:22Z</dcterms:created>
  <dcterms:modified xsi:type="dcterms:W3CDTF">2023-04-25T10:16:42Z</dcterms:modified>
</cp:coreProperties>
</file>