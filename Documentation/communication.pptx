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14" autoAdjust="0"/>
    <p:restoredTop sz="94660"/>
  </p:normalViewPr>
  <p:slideViewPr>
    <p:cSldViewPr snapToGrid="0">
      <p:cViewPr varScale="1">
        <p:scale>
          <a:sx n="159" d="100"/>
          <a:sy n="159" d="100"/>
        </p:scale>
        <p:origin x="306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8AED22-C6DF-C17C-3D4C-2F811BFE10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921DEC3-F663-5EF0-14A2-745CE5874A6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EAD4B0-2EFA-4E67-6CE6-9550F6B6E2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BA47D6-54C3-4E05-8E1B-3F136E8C88C6}" type="datetimeFigureOut">
              <a:rPr lang="en-US" smtClean="0"/>
              <a:t>4/24/2023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528DDD-91A5-7499-31EC-6DBE5A06E9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AFA104-98A7-1BCF-BCAE-389516DCE2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A0B765-D27F-4825-B669-B7E1CB6692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90914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4095CC-7DBD-FFF2-22D1-123A021AB5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EC2662-2415-FE93-9100-3FD95B8B74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C5B101-39F8-949A-7DCA-7F563326BA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BA47D6-54C3-4E05-8E1B-3F136E8C88C6}" type="datetimeFigureOut">
              <a:rPr lang="en-US" smtClean="0"/>
              <a:t>4/24/2023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63F37B-1758-35DE-1C13-B35067DD4C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B3B757-5A10-F2DD-805C-0F75B1CBC7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A0B765-D27F-4825-B669-B7E1CB6692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31792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8A6BFC-E6FF-C9F2-2380-D9A1AC2665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A985085-7E16-367C-793C-EFCAB1E6FA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B02FDC-8F8C-93A8-AA3A-AD478BE7D7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BA47D6-54C3-4E05-8E1B-3F136E8C88C6}" type="datetimeFigureOut">
              <a:rPr lang="en-US" smtClean="0"/>
              <a:t>4/24/2023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5790C5-1141-748F-3419-962B0B2CEE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F93A56-EA0B-31EE-FB91-16E60D9617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A0B765-D27F-4825-B669-B7E1CB6692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79345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8A624E-3D10-ADCC-7316-7545D15575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D4D071-3DC5-24E3-0D05-71C1068F592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7B313E1-E301-276E-EB27-044AEB1869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77704E5-AD10-BE06-7BF2-F5EBE10887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BA47D6-54C3-4E05-8E1B-3F136E8C88C6}" type="datetimeFigureOut">
              <a:rPr lang="en-US" smtClean="0"/>
              <a:t>4/24/2023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C057F4D-F4D6-AEC5-0628-BBC4B082B2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46FE7E6-9B4A-5FBF-71C1-AD4F54CF54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A0B765-D27F-4825-B669-B7E1CB6692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7765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D14CBC-193C-8690-AB4D-0A5EA54F6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79F9B38-8F20-A55E-1E6F-E284082231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A05E78D-ACF2-DA3D-FE2E-5DE65EEE1E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634498E-8797-952E-BCAB-E682F980E33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F2BE9D2-8909-92CB-883F-840A3226307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9D94780-8936-69C4-C123-3EDCF827EF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BA47D6-54C3-4E05-8E1B-3F136E8C88C6}" type="datetimeFigureOut">
              <a:rPr lang="en-US" smtClean="0"/>
              <a:t>4/24/2023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C6A3546-05A4-1B4E-F6A6-D49FEC6F11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C293885-4C2C-D8B4-FA8C-941A68D291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A0B765-D27F-4825-B669-B7E1CB6692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05612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8FE6A3-9DFC-D210-8DAE-EAFCA74951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EB640D7-C975-5161-BF9B-C02A7491AA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BA47D6-54C3-4E05-8E1B-3F136E8C88C6}" type="datetimeFigureOut">
              <a:rPr lang="en-US" smtClean="0"/>
              <a:t>4/24/2023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0C84EEA-FB34-9AFF-1B73-5C59827CCF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C7ED959-2D00-0AD4-0560-1AAC3364AB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A0B765-D27F-4825-B669-B7E1CB6692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15086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61A24D9-7571-F74F-A761-563852E227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BA47D6-54C3-4E05-8E1B-3F136E8C88C6}" type="datetimeFigureOut">
              <a:rPr lang="en-US" smtClean="0"/>
              <a:t>4/24/2023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FF5A852-18D6-C2F3-D3FF-B2A55C2427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8F22CE-78AD-6A50-6F05-6D3B100574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A0B765-D27F-4825-B669-B7E1CB6692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0301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1C3BF0-7BA4-E39C-573C-24571EAD9F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B9688C-5076-C0C7-AA7C-717BE84AD2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5123134-044C-E4B3-6B75-8DB9F4A4CA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32CF17C-B0DA-FC70-DB0A-DA3C219C95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BA47D6-54C3-4E05-8E1B-3F136E8C88C6}" type="datetimeFigureOut">
              <a:rPr lang="en-US" smtClean="0"/>
              <a:t>4/24/2023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9CB0F6-F762-2005-BC24-87755840EF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B3FE8C4-F33D-003C-BD38-389412D2CD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A0B765-D27F-4825-B669-B7E1CB6692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42826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8CB294-6B80-DE62-AB52-2BFB15B06D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FBE5FE2-218D-6BD6-BCE8-CB926D9809A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58BC081-D139-5C8B-B732-8F8EE2F663B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23F4541-E71E-D53E-0388-D0491FD04D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BA47D6-54C3-4E05-8E1B-3F136E8C88C6}" type="datetimeFigureOut">
              <a:rPr lang="en-US" smtClean="0"/>
              <a:t>4/24/2023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D38BED8-C10C-86BF-5940-13FE7EFDFB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DE85A65-FE82-B911-8AC2-B17BD8E51C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A0B765-D27F-4825-B669-B7E1CB6692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57797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4CC742-CCF9-C0BA-1585-12C181BC66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0FD244-EB68-96C8-4B8D-0962EE47B16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B0E606-DD2F-AE86-8C28-517A572B44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BA47D6-54C3-4E05-8E1B-3F136E8C88C6}" type="datetimeFigureOut">
              <a:rPr lang="en-US" smtClean="0"/>
              <a:t>4/24/2023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5C83DB-5B35-A14D-383A-5B037AE735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6824AE-B8F0-347E-3A0D-89B2892893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A0B765-D27F-4825-B669-B7E1CB6692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04626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5D4FCC5-CBE9-B5D1-8427-1D0DA41D684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0D86744-6FA2-42FB-6A26-A49255E0443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C418D5-D925-5F53-F004-45CB269AC4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BA47D6-54C3-4E05-8E1B-3F136E8C88C6}" type="datetimeFigureOut">
              <a:rPr lang="en-US" smtClean="0"/>
              <a:t>4/24/2023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197D7B-3357-34B8-9934-C7181C569A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9DAC97-338B-7730-5776-1B1BA277E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A0B765-D27F-4825-B669-B7E1CB6692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70148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C7708E0-3A91-F41A-9F9B-D01CAC2F9C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EAFDBB-66FC-BCAB-BCEF-98951B1067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85903C-0B7E-FECD-6CC3-A084F64A93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5BA47D6-54C3-4E05-8E1B-3F136E8C88C6}" type="datetimeFigureOut">
              <a:rPr lang="en-US" smtClean="0"/>
              <a:t>4/24/2023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ED5473-53EF-B901-4C53-8A7A38AFB3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CA462D-77B2-A58C-F441-19EB06B607F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6A0B765-D27F-4825-B669-B7E1CB6692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09072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6" name="Group 55">
            <a:extLst>
              <a:ext uri="{FF2B5EF4-FFF2-40B4-BE49-F238E27FC236}">
                <a16:creationId xmlns:a16="http://schemas.microsoft.com/office/drawing/2014/main" id="{43812470-8D64-5A3D-7BFB-F8B0A812B7EA}"/>
              </a:ext>
            </a:extLst>
          </p:cNvPr>
          <p:cNvGrpSpPr/>
          <p:nvPr/>
        </p:nvGrpSpPr>
        <p:grpSpPr>
          <a:xfrm>
            <a:off x="838365" y="1019513"/>
            <a:ext cx="10892424" cy="4818974"/>
            <a:chOff x="308058" y="1043491"/>
            <a:chExt cx="8962393" cy="3616491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9164F753-3B57-B016-73F8-CD8C70C78E54}"/>
                </a:ext>
              </a:extLst>
            </p:cNvPr>
            <p:cNvSpPr/>
            <p:nvPr/>
          </p:nvSpPr>
          <p:spPr>
            <a:xfrm>
              <a:off x="308058" y="1043491"/>
              <a:ext cx="1197999" cy="1034771"/>
            </a:xfrm>
            <a:prstGeom prst="rect">
              <a:avLst/>
            </a:prstGeom>
            <a:ln w="19050">
              <a:solidFill>
                <a:schemeClr val="tx1"/>
              </a:solidFill>
            </a:ln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200" dirty="0"/>
            </a:p>
            <a:p>
              <a:pPr algn="ctr"/>
              <a:endParaRPr lang="en-US" sz="1200" dirty="0"/>
            </a:p>
            <a:p>
              <a:pPr algn="ctr"/>
              <a:endParaRPr lang="en-US" sz="1200" dirty="0"/>
            </a:p>
            <a:p>
              <a:pPr algn="ctr"/>
              <a:endParaRPr lang="en-US" sz="1200" dirty="0">
                <a:solidFill>
                  <a:schemeClr val="tx1"/>
                </a:solidFill>
              </a:endParaRPr>
            </a:p>
            <a:p>
              <a:pPr algn="ctr"/>
              <a:endParaRPr lang="en-US" sz="1200" dirty="0">
                <a:solidFill>
                  <a:schemeClr val="tx1"/>
                </a:solidFill>
              </a:endParaRP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Client</a:t>
              </a:r>
              <a:r>
                <a:rPr lang="en-US" baseline="-25000" dirty="0">
                  <a:solidFill>
                    <a:schemeClr val="tx1"/>
                  </a:solidFill>
                </a:rPr>
                <a:t>1</a:t>
              </a:r>
              <a:endParaRPr lang="en-US" dirty="0"/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E441F43B-C881-0B98-F23D-5FF57641A9B4}"/>
                </a:ext>
              </a:extLst>
            </p:cNvPr>
            <p:cNvSpPr/>
            <p:nvPr/>
          </p:nvSpPr>
          <p:spPr>
            <a:xfrm>
              <a:off x="308058" y="3625209"/>
              <a:ext cx="1197999" cy="1034773"/>
            </a:xfrm>
            <a:prstGeom prst="rect">
              <a:avLst/>
            </a:prstGeom>
            <a:ln w="19050">
              <a:solidFill>
                <a:schemeClr val="tx1"/>
              </a:solidFill>
            </a:ln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200" dirty="0"/>
            </a:p>
            <a:p>
              <a:pPr algn="ctr"/>
              <a:endParaRPr lang="en-US" sz="1200" dirty="0"/>
            </a:p>
            <a:p>
              <a:pPr algn="ctr"/>
              <a:endParaRPr lang="en-US" sz="1200" dirty="0"/>
            </a:p>
            <a:p>
              <a:pPr algn="ctr"/>
              <a:endParaRPr lang="en-US" sz="1200" dirty="0">
                <a:solidFill>
                  <a:schemeClr val="tx1"/>
                </a:solidFill>
              </a:endParaRPr>
            </a:p>
            <a:p>
              <a:pPr algn="ctr"/>
              <a:endParaRPr lang="en-US" sz="1200" dirty="0">
                <a:solidFill>
                  <a:schemeClr val="tx1"/>
                </a:solidFill>
              </a:endParaRPr>
            </a:p>
            <a:p>
              <a:pPr algn="ctr"/>
              <a:r>
                <a:rPr lang="en-US" dirty="0" err="1">
                  <a:solidFill>
                    <a:schemeClr val="tx1"/>
                  </a:solidFill>
                </a:rPr>
                <a:t>Client</a:t>
              </a:r>
              <a:r>
                <a:rPr lang="en-US" baseline="-25000" dirty="0" err="1">
                  <a:solidFill>
                    <a:schemeClr val="tx1"/>
                  </a:solidFill>
                </a:rPr>
                <a:t>n</a:t>
              </a:r>
              <a:endParaRPr lang="en-US" dirty="0"/>
            </a:p>
          </p:txBody>
        </p:sp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7CC5D559-E8C2-3687-D9A7-FB3BB649AA84}"/>
                </a:ext>
              </a:extLst>
            </p:cNvPr>
            <p:cNvSpPr/>
            <p:nvPr/>
          </p:nvSpPr>
          <p:spPr>
            <a:xfrm>
              <a:off x="2394138" y="1743090"/>
              <a:ext cx="4626132" cy="2545256"/>
            </a:xfrm>
            <a:prstGeom prst="roundRect">
              <a:avLst/>
            </a:prstGeom>
            <a:ln w="19050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200" dirty="0">
                <a:solidFill>
                  <a:schemeClr val="accent2"/>
                </a:solidFill>
              </a:endParaRPr>
            </a:p>
          </p:txBody>
        </p:sp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E1AF581B-BF94-D65E-1C96-170DBAFC09DD}"/>
                </a:ext>
              </a:extLst>
            </p:cNvPr>
            <p:cNvSpPr/>
            <p:nvPr/>
          </p:nvSpPr>
          <p:spPr>
            <a:xfrm>
              <a:off x="535887" y="1204990"/>
              <a:ext cx="766095" cy="499146"/>
            </a:xfrm>
            <a:prstGeom prst="roundRect">
              <a:avLst/>
            </a:prstGeom>
            <a:solidFill>
              <a:schemeClr val="accent1">
                <a:lumMod val="50000"/>
              </a:schemeClr>
            </a:solidFill>
            <a:ln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gRPC Stub</a:t>
              </a:r>
            </a:p>
          </p:txBody>
        </p:sp>
        <p:sp>
          <p:nvSpPr>
            <p:cNvPr id="37" name="Rectangle: Rounded Corners 36">
              <a:extLst>
                <a:ext uri="{FF2B5EF4-FFF2-40B4-BE49-F238E27FC236}">
                  <a16:creationId xmlns:a16="http://schemas.microsoft.com/office/drawing/2014/main" id="{0A825D83-6676-08CA-2600-17EE0FB2F870}"/>
                </a:ext>
              </a:extLst>
            </p:cNvPr>
            <p:cNvSpPr/>
            <p:nvPr/>
          </p:nvSpPr>
          <p:spPr>
            <a:xfrm>
              <a:off x="535887" y="3789201"/>
              <a:ext cx="766095" cy="499146"/>
            </a:xfrm>
            <a:prstGeom prst="roundRect">
              <a:avLst/>
            </a:prstGeom>
            <a:solidFill>
              <a:schemeClr val="accent1">
                <a:lumMod val="50000"/>
              </a:schemeClr>
            </a:solidFill>
            <a:ln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gRPC Stub</a:t>
              </a:r>
            </a:p>
          </p:txBody>
        </p:sp>
        <p:sp>
          <p:nvSpPr>
            <p:cNvPr id="38" name="Arc 39">
              <a:extLst>
                <a:ext uri="{FF2B5EF4-FFF2-40B4-BE49-F238E27FC236}">
                  <a16:creationId xmlns:a16="http://schemas.microsoft.com/office/drawing/2014/main" id="{9BEF48BD-C282-5308-6E66-D044D64B1742}"/>
                </a:ext>
              </a:extLst>
            </p:cNvPr>
            <p:cNvSpPr/>
            <p:nvPr/>
          </p:nvSpPr>
          <p:spPr>
            <a:xfrm rot="20302801">
              <a:off x="1564941" y="1303943"/>
              <a:ext cx="867543" cy="1698009"/>
            </a:xfrm>
            <a:custGeom>
              <a:avLst/>
              <a:gdLst>
                <a:gd name="connsiteX0" fmla="*/ 1417320 w 2834640"/>
                <a:gd name="connsiteY0" fmla="*/ 0 h 2851283"/>
                <a:gd name="connsiteX1" fmla="*/ 2834640 w 2834640"/>
                <a:gd name="connsiteY1" fmla="*/ 1425642 h 2851283"/>
                <a:gd name="connsiteX2" fmla="*/ 1417320 w 2834640"/>
                <a:gd name="connsiteY2" fmla="*/ 1425642 h 2851283"/>
                <a:gd name="connsiteX3" fmla="*/ 1417320 w 2834640"/>
                <a:gd name="connsiteY3" fmla="*/ 0 h 2851283"/>
                <a:gd name="connsiteX0" fmla="*/ 1417320 w 2834640"/>
                <a:gd name="connsiteY0" fmla="*/ 0 h 2851283"/>
                <a:gd name="connsiteX1" fmla="*/ 2834640 w 2834640"/>
                <a:gd name="connsiteY1" fmla="*/ 1425642 h 2851283"/>
                <a:gd name="connsiteX0" fmla="*/ 0 w 1417320"/>
                <a:gd name="connsiteY0" fmla="*/ 0 h 1425642"/>
                <a:gd name="connsiteX1" fmla="*/ 1417320 w 1417320"/>
                <a:gd name="connsiteY1" fmla="*/ 1425642 h 1425642"/>
                <a:gd name="connsiteX2" fmla="*/ 366655 w 1417320"/>
                <a:gd name="connsiteY2" fmla="*/ 1178595 h 1425642"/>
                <a:gd name="connsiteX3" fmla="*/ 0 w 1417320"/>
                <a:gd name="connsiteY3" fmla="*/ 0 h 1425642"/>
                <a:gd name="connsiteX0" fmla="*/ 0 w 1417320"/>
                <a:gd name="connsiteY0" fmla="*/ 0 h 1425642"/>
                <a:gd name="connsiteX1" fmla="*/ 1417320 w 1417320"/>
                <a:gd name="connsiteY1" fmla="*/ 1425642 h 1425642"/>
                <a:gd name="connsiteX0" fmla="*/ 0 w 1417320"/>
                <a:gd name="connsiteY0" fmla="*/ 0 h 1425642"/>
                <a:gd name="connsiteX1" fmla="*/ 1417320 w 1417320"/>
                <a:gd name="connsiteY1" fmla="*/ 1425642 h 1425642"/>
                <a:gd name="connsiteX2" fmla="*/ 72933 w 1417320"/>
                <a:gd name="connsiteY2" fmla="*/ 1309426 h 1425642"/>
                <a:gd name="connsiteX3" fmla="*/ 0 w 1417320"/>
                <a:gd name="connsiteY3" fmla="*/ 0 h 1425642"/>
                <a:gd name="connsiteX0" fmla="*/ 0 w 1417320"/>
                <a:gd name="connsiteY0" fmla="*/ 0 h 1425642"/>
                <a:gd name="connsiteX1" fmla="*/ 1417320 w 1417320"/>
                <a:gd name="connsiteY1" fmla="*/ 1425642 h 1425642"/>
                <a:gd name="connsiteX0" fmla="*/ 0 w 1417320"/>
                <a:gd name="connsiteY0" fmla="*/ 23286 h 1448928"/>
                <a:gd name="connsiteX1" fmla="*/ 1417320 w 1417320"/>
                <a:gd name="connsiteY1" fmla="*/ 1448928 h 1448928"/>
                <a:gd name="connsiteX2" fmla="*/ 72933 w 1417320"/>
                <a:gd name="connsiteY2" fmla="*/ 1332712 h 1448928"/>
                <a:gd name="connsiteX3" fmla="*/ 0 w 1417320"/>
                <a:gd name="connsiteY3" fmla="*/ 23286 h 1448928"/>
                <a:gd name="connsiteX0" fmla="*/ 320971 w 1417320"/>
                <a:gd name="connsiteY0" fmla="*/ 0 h 1448928"/>
                <a:gd name="connsiteX1" fmla="*/ 1417320 w 1417320"/>
                <a:gd name="connsiteY1" fmla="*/ 1448928 h 1448928"/>
                <a:gd name="connsiteX0" fmla="*/ 0 w 1817198"/>
                <a:gd name="connsiteY0" fmla="*/ 23286 h 1448928"/>
                <a:gd name="connsiteX1" fmla="*/ 1417320 w 1817198"/>
                <a:gd name="connsiteY1" fmla="*/ 1448928 h 1448928"/>
                <a:gd name="connsiteX2" fmla="*/ 72933 w 1817198"/>
                <a:gd name="connsiteY2" fmla="*/ 1332712 h 1448928"/>
                <a:gd name="connsiteX3" fmla="*/ 0 w 1817198"/>
                <a:gd name="connsiteY3" fmla="*/ 23286 h 1448928"/>
                <a:gd name="connsiteX0" fmla="*/ 320971 w 1817198"/>
                <a:gd name="connsiteY0" fmla="*/ 0 h 1448928"/>
                <a:gd name="connsiteX1" fmla="*/ 1817198 w 1817198"/>
                <a:gd name="connsiteY1" fmla="*/ 1145175 h 1448928"/>
                <a:gd name="connsiteX0" fmla="*/ 0 w 1817198"/>
                <a:gd name="connsiteY0" fmla="*/ 19714 h 1445356"/>
                <a:gd name="connsiteX1" fmla="*/ 1417320 w 1817198"/>
                <a:gd name="connsiteY1" fmla="*/ 1445356 h 1445356"/>
                <a:gd name="connsiteX2" fmla="*/ 72933 w 1817198"/>
                <a:gd name="connsiteY2" fmla="*/ 1329140 h 1445356"/>
                <a:gd name="connsiteX3" fmla="*/ 0 w 1817198"/>
                <a:gd name="connsiteY3" fmla="*/ 19714 h 1445356"/>
                <a:gd name="connsiteX0" fmla="*/ 72313 w 1817198"/>
                <a:gd name="connsiteY0" fmla="*/ 0 h 1445356"/>
                <a:gd name="connsiteX1" fmla="*/ 1817198 w 1817198"/>
                <a:gd name="connsiteY1" fmla="*/ 1141603 h 1445356"/>
                <a:gd name="connsiteX0" fmla="*/ 0 w 1738996"/>
                <a:gd name="connsiteY0" fmla="*/ 19714 h 1445356"/>
                <a:gd name="connsiteX1" fmla="*/ 1417320 w 1738996"/>
                <a:gd name="connsiteY1" fmla="*/ 1445356 h 1445356"/>
                <a:gd name="connsiteX2" fmla="*/ 72933 w 1738996"/>
                <a:gd name="connsiteY2" fmla="*/ 1329140 h 1445356"/>
                <a:gd name="connsiteX3" fmla="*/ 0 w 1738996"/>
                <a:gd name="connsiteY3" fmla="*/ 19714 h 1445356"/>
                <a:gd name="connsiteX0" fmla="*/ 72313 w 1738996"/>
                <a:gd name="connsiteY0" fmla="*/ 0 h 1445356"/>
                <a:gd name="connsiteX1" fmla="*/ 1738996 w 1738996"/>
                <a:gd name="connsiteY1" fmla="*/ 1352478 h 1445356"/>
                <a:gd name="connsiteX0" fmla="*/ 0 w 1738996"/>
                <a:gd name="connsiteY0" fmla="*/ 19714 h 1445356"/>
                <a:gd name="connsiteX1" fmla="*/ 1417320 w 1738996"/>
                <a:gd name="connsiteY1" fmla="*/ 1445356 h 1445356"/>
                <a:gd name="connsiteX2" fmla="*/ 247891 w 1738996"/>
                <a:gd name="connsiteY2" fmla="*/ 1199612 h 1445356"/>
                <a:gd name="connsiteX3" fmla="*/ 0 w 1738996"/>
                <a:gd name="connsiteY3" fmla="*/ 19714 h 1445356"/>
                <a:gd name="connsiteX0" fmla="*/ 72313 w 1738996"/>
                <a:gd name="connsiteY0" fmla="*/ 0 h 1445356"/>
                <a:gd name="connsiteX1" fmla="*/ 1738996 w 1738996"/>
                <a:gd name="connsiteY1" fmla="*/ 1352478 h 1445356"/>
                <a:gd name="connsiteX0" fmla="*/ 0 w 1738996"/>
                <a:gd name="connsiteY0" fmla="*/ 19714 h 1445356"/>
                <a:gd name="connsiteX1" fmla="*/ 1417320 w 1738996"/>
                <a:gd name="connsiteY1" fmla="*/ 1445356 h 1445356"/>
                <a:gd name="connsiteX2" fmla="*/ 682835 w 1738996"/>
                <a:gd name="connsiteY2" fmla="*/ 834509 h 1445356"/>
                <a:gd name="connsiteX3" fmla="*/ 0 w 1738996"/>
                <a:gd name="connsiteY3" fmla="*/ 19714 h 1445356"/>
                <a:gd name="connsiteX0" fmla="*/ 72313 w 1738996"/>
                <a:gd name="connsiteY0" fmla="*/ 0 h 1445356"/>
                <a:gd name="connsiteX1" fmla="*/ 1738996 w 1738996"/>
                <a:gd name="connsiteY1" fmla="*/ 1352478 h 1445356"/>
                <a:gd name="connsiteX0" fmla="*/ 0 w 1738996"/>
                <a:gd name="connsiteY0" fmla="*/ 19714 h 1445356"/>
                <a:gd name="connsiteX1" fmla="*/ 1009667 w 1738996"/>
                <a:gd name="connsiteY1" fmla="*/ 578931 h 1445356"/>
                <a:gd name="connsiteX2" fmla="*/ 1417320 w 1738996"/>
                <a:gd name="connsiteY2" fmla="*/ 1445356 h 1445356"/>
                <a:gd name="connsiteX3" fmla="*/ 682835 w 1738996"/>
                <a:gd name="connsiteY3" fmla="*/ 834509 h 1445356"/>
                <a:gd name="connsiteX4" fmla="*/ 0 w 1738996"/>
                <a:gd name="connsiteY4" fmla="*/ 19714 h 1445356"/>
                <a:gd name="connsiteX0" fmla="*/ 72313 w 1738996"/>
                <a:gd name="connsiteY0" fmla="*/ 0 h 1445356"/>
                <a:gd name="connsiteX1" fmla="*/ 1738996 w 1738996"/>
                <a:gd name="connsiteY1" fmla="*/ 1352478 h 1445356"/>
                <a:gd name="connsiteX0" fmla="*/ 0 w 1738996"/>
                <a:gd name="connsiteY0" fmla="*/ 60811 h 1486453"/>
                <a:gd name="connsiteX1" fmla="*/ 1009667 w 1738996"/>
                <a:gd name="connsiteY1" fmla="*/ 620028 h 1486453"/>
                <a:gd name="connsiteX2" fmla="*/ 1417320 w 1738996"/>
                <a:gd name="connsiteY2" fmla="*/ 1486453 h 1486453"/>
                <a:gd name="connsiteX3" fmla="*/ 682835 w 1738996"/>
                <a:gd name="connsiteY3" fmla="*/ 875606 h 1486453"/>
                <a:gd name="connsiteX4" fmla="*/ 0 w 1738996"/>
                <a:gd name="connsiteY4" fmla="*/ 60811 h 1486453"/>
                <a:gd name="connsiteX0" fmla="*/ 51699 w 1738996"/>
                <a:gd name="connsiteY0" fmla="*/ 0 h 1486453"/>
                <a:gd name="connsiteX1" fmla="*/ 1738996 w 1738996"/>
                <a:gd name="connsiteY1" fmla="*/ 1393575 h 1486453"/>
                <a:gd name="connsiteX0" fmla="*/ 0 w 1738996"/>
                <a:gd name="connsiteY0" fmla="*/ 60811 h 1486453"/>
                <a:gd name="connsiteX1" fmla="*/ 956265 w 1738996"/>
                <a:gd name="connsiteY1" fmla="*/ 666030 h 1486453"/>
                <a:gd name="connsiteX2" fmla="*/ 1417320 w 1738996"/>
                <a:gd name="connsiteY2" fmla="*/ 1486453 h 1486453"/>
                <a:gd name="connsiteX3" fmla="*/ 682835 w 1738996"/>
                <a:gd name="connsiteY3" fmla="*/ 875606 h 1486453"/>
                <a:gd name="connsiteX4" fmla="*/ 0 w 1738996"/>
                <a:gd name="connsiteY4" fmla="*/ 60811 h 1486453"/>
                <a:gd name="connsiteX0" fmla="*/ 51699 w 1738996"/>
                <a:gd name="connsiteY0" fmla="*/ 0 h 1486453"/>
                <a:gd name="connsiteX1" fmla="*/ 1738996 w 1738996"/>
                <a:gd name="connsiteY1" fmla="*/ 1393575 h 1486453"/>
                <a:gd name="connsiteX0" fmla="*/ 0 w 1738996"/>
                <a:gd name="connsiteY0" fmla="*/ 60811 h 1486453"/>
                <a:gd name="connsiteX1" fmla="*/ 956265 w 1738996"/>
                <a:gd name="connsiteY1" fmla="*/ 666030 h 1486453"/>
                <a:gd name="connsiteX2" fmla="*/ 1417320 w 1738996"/>
                <a:gd name="connsiteY2" fmla="*/ 1486453 h 1486453"/>
                <a:gd name="connsiteX3" fmla="*/ 777778 w 1738996"/>
                <a:gd name="connsiteY3" fmla="*/ 819764 h 1486453"/>
                <a:gd name="connsiteX4" fmla="*/ 0 w 1738996"/>
                <a:gd name="connsiteY4" fmla="*/ 60811 h 1486453"/>
                <a:gd name="connsiteX0" fmla="*/ 51699 w 1738996"/>
                <a:gd name="connsiteY0" fmla="*/ 0 h 1486453"/>
                <a:gd name="connsiteX1" fmla="*/ 1738996 w 1738996"/>
                <a:gd name="connsiteY1" fmla="*/ 1393575 h 1486453"/>
                <a:gd name="connsiteX0" fmla="*/ 0 w 1738996"/>
                <a:gd name="connsiteY0" fmla="*/ 60811 h 1486453"/>
                <a:gd name="connsiteX1" fmla="*/ 1266359 w 1738996"/>
                <a:gd name="connsiteY1" fmla="*/ 849288 h 1486453"/>
                <a:gd name="connsiteX2" fmla="*/ 1417320 w 1738996"/>
                <a:gd name="connsiteY2" fmla="*/ 1486453 h 1486453"/>
                <a:gd name="connsiteX3" fmla="*/ 777778 w 1738996"/>
                <a:gd name="connsiteY3" fmla="*/ 819764 h 1486453"/>
                <a:gd name="connsiteX4" fmla="*/ 0 w 1738996"/>
                <a:gd name="connsiteY4" fmla="*/ 60811 h 1486453"/>
                <a:gd name="connsiteX0" fmla="*/ 51699 w 1738996"/>
                <a:gd name="connsiteY0" fmla="*/ 0 h 1486453"/>
                <a:gd name="connsiteX1" fmla="*/ 1738996 w 1738996"/>
                <a:gd name="connsiteY1" fmla="*/ 1393575 h 1486453"/>
                <a:gd name="connsiteX0" fmla="*/ 0 w 1738996"/>
                <a:gd name="connsiteY0" fmla="*/ 60811 h 1486453"/>
                <a:gd name="connsiteX1" fmla="*/ 757567 w 1738996"/>
                <a:gd name="connsiteY1" fmla="*/ 553330 h 1486453"/>
                <a:gd name="connsiteX2" fmla="*/ 1417320 w 1738996"/>
                <a:gd name="connsiteY2" fmla="*/ 1486453 h 1486453"/>
                <a:gd name="connsiteX3" fmla="*/ 777778 w 1738996"/>
                <a:gd name="connsiteY3" fmla="*/ 819764 h 1486453"/>
                <a:gd name="connsiteX4" fmla="*/ 0 w 1738996"/>
                <a:gd name="connsiteY4" fmla="*/ 60811 h 1486453"/>
                <a:gd name="connsiteX0" fmla="*/ 51699 w 1738996"/>
                <a:gd name="connsiteY0" fmla="*/ 0 h 1486453"/>
                <a:gd name="connsiteX1" fmla="*/ 1738996 w 1738996"/>
                <a:gd name="connsiteY1" fmla="*/ 1393575 h 1486453"/>
                <a:gd name="connsiteX0" fmla="*/ 0 w 1733260"/>
                <a:gd name="connsiteY0" fmla="*/ 60811 h 1486453"/>
                <a:gd name="connsiteX1" fmla="*/ 757567 w 1733260"/>
                <a:gd name="connsiteY1" fmla="*/ 553330 h 1486453"/>
                <a:gd name="connsiteX2" fmla="*/ 1417320 w 1733260"/>
                <a:gd name="connsiteY2" fmla="*/ 1486453 h 1486453"/>
                <a:gd name="connsiteX3" fmla="*/ 777778 w 1733260"/>
                <a:gd name="connsiteY3" fmla="*/ 819764 h 1486453"/>
                <a:gd name="connsiteX4" fmla="*/ 0 w 1733260"/>
                <a:gd name="connsiteY4" fmla="*/ 60811 h 1486453"/>
                <a:gd name="connsiteX0" fmla="*/ 51699 w 1733260"/>
                <a:gd name="connsiteY0" fmla="*/ 0 h 1486453"/>
                <a:gd name="connsiteX1" fmla="*/ 1733260 w 1733260"/>
                <a:gd name="connsiteY1" fmla="*/ 1355379 h 1486453"/>
                <a:gd name="connsiteX0" fmla="*/ 0 w 1733260"/>
                <a:gd name="connsiteY0" fmla="*/ 60811 h 1486453"/>
                <a:gd name="connsiteX1" fmla="*/ 757567 w 1733260"/>
                <a:gd name="connsiteY1" fmla="*/ 553330 h 1486453"/>
                <a:gd name="connsiteX2" fmla="*/ 1417320 w 1733260"/>
                <a:gd name="connsiteY2" fmla="*/ 1486453 h 1486453"/>
                <a:gd name="connsiteX3" fmla="*/ 777778 w 1733260"/>
                <a:gd name="connsiteY3" fmla="*/ 819764 h 1486453"/>
                <a:gd name="connsiteX4" fmla="*/ 0 w 1733260"/>
                <a:gd name="connsiteY4" fmla="*/ 60811 h 1486453"/>
                <a:gd name="connsiteX0" fmla="*/ 51699 w 1733260"/>
                <a:gd name="connsiteY0" fmla="*/ 0 h 1486453"/>
                <a:gd name="connsiteX1" fmla="*/ 1733260 w 1733260"/>
                <a:gd name="connsiteY1" fmla="*/ 1355379 h 1486453"/>
                <a:gd name="connsiteX0" fmla="*/ 0 w 1733260"/>
                <a:gd name="connsiteY0" fmla="*/ 60811 h 1486453"/>
                <a:gd name="connsiteX1" fmla="*/ 757567 w 1733260"/>
                <a:gd name="connsiteY1" fmla="*/ 553330 h 1486453"/>
                <a:gd name="connsiteX2" fmla="*/ 1417320 w 1733260"/>
                <a:gd name="connsiteY2" fmla="*/ 1486453 h 1486453"/>
                <a:gd name="connsiteX3" fmla="*/ 777778 w 1733260"/>
                <a:gd name="connsiteY3" fmla="*/ 819764 h 1486453"/>
                <a:gd name="connsiteX4" fmla="*/ 0 w 1733260"/>
                <a:gd name="connsiteY4" fmla="*/ 60811 h 1486453"/>
                <a:gd name="connsiteX0" fmla="*/ 51699 w 1733260"/>
                <a:gd name="connsiteY0" fmla="*/ 0 h 1486453"/>
                <a:gd name="connsiteX1" fmla="*/ 1733260 w 1733260"/>
                <a:gd name="connsiteY1" fmla="*/ 1355379 h 1486453"/>
                <a:gd name="connsiteX0" fmla="*/ 0 w 1733260"/>
                <a:gd name="connsiteY0" fmla="*/ 60811 h 1486453"/>
                <a:gd name="connsiteX1" fmla="*/ 757567 w 1733260"/>
                <a:gd name="connsiteY1" fmla="*/ 553330 h 1486453"/>
                <a:gd name="connsiteX2" fmla="*/ 1417320 w 1733260"/>
                <a:gd name="connsiteY2" fmla="*/ 1486453 h 1486453"/>
                <a:gd name="connsiteX3" fmla="*/ 777778 w 1733260"/>
                <a:gd name="connsiteY3" fmla="*/ 819764 h 1486453"/>
                <a:gd name="connsiteX4" fmla="*/ 0 w 1733260"/>
                <a:gd name="connsiteY4" fmla="*/ 60811 h 1486453"/>
                <a:gd name="connsiteX0" fmla="*/ 51699 w 1733260"/>
                <a:gd name="connsiteY0" fmla="*/ 0 h 1486453"/>
                <a:gd name="connsiteX1" fmla="*/ 1733260 w 1733260"/>
                <a:gd name="connsiteY1" fmla="*/ 1355379 h 14864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733260" h="1486453" stroke="0" extrusionOk="0">
                  <a:moveTo>
                    <a:pt x="0" y="60811"/>
                  </a:moveTo>
                  <a:cubicBezTo>
                    <a:pt x="62785" y="6281"/>
                    <a:pt x="521347" y="315723"/>
                    <a:pt x="757567" y="553330"/>
                  </a:cubicBezTo>
                  <a:cubicBezTo>
                    <a:pt x="993787" y="790937"/>
                    <a:pt x="1480105" y="1431923"/>
                    <a:pt x="1417320" y="1486453"/>
                  </a:cubicBezTo>
                  <a:lnTo>
                    <a:pt x="777778" y="819764"/>
                  </a:lnTo>
                  <a:cubicBezTo>
                    <a:pt x="777778" y="344550"/>
                    <a:pt x="0" y="536025"/>
                    <a:pt x="0" y="60811"/>
                  </a:cubicBezTo>
                  <a:close/>
                </a:path>
                <a:path w="1733260" h="1486453" fill="none">
                  <a:moveTo>
                    <a:pt x="51699" y="0"/>
                  </a:moveTo>
                  <a:cubicBezTo>
                    <a:pt x="824849" y="214014"/>
                    <a:pt x="1390512" y="639132"/>
                    <a:pt x="1733260" y="1355379"/>
                  </a:cubicBezTo>
                </a:path>
              </a:pathLst>
            </a:custGeom>
            <a:ln w="19050">
              <a:solidFill>
                <a:schemeClr val="accent1">
                  <a:lumMod val="50000"/>
                </a:schemeClr>
              </a:solidFill>
              <a:headEnd type="none" w="med" len="med"/>
              <a:tailEnd type="arrow" w="med" len="med"/>
            </a:ln>
            <a:effectLst/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200" dirty="0"/>
            </a:p>
          </p:txBody>
        </p:sp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5E4D9094-B1EB-9C06-ACC3-CFACC858DC25}"/>
                </a:ext>
              </a:extLst>
            </p:cNvPr>
            <p:cNvSpPr/>
            <p:nvPr/>
          </p:nvSpPr>
          <p:spPr>
            <a:xfrm>
              <a:off x="2566687" y="2669304"/>
              <a:ext cx="1149651" cy="692545"/>
            </a:xfrm>
            <a:prstGeom prst="roundRect">
              <a:avLst/>
            </a:prstGeom>
            <a:solidFill>
              <a:schemeClr val="accent1">
                <a:lumMod val="50000"/>
              </a:schemeClr>
            </a:solidFill>
            <a:ln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gRPC</a:t>
              </a:r>
            </a:p>
            <a:p>
              <a:pPr algn="ctr"/>
              <a:r>
                <a:rPr lang="en-US" dirty="0"/>
                <a:t>Service</a:t>
              </a:r>
            </a:p>
          </p:txBody>
        </p:sp>
        <p:sp>
          <p:nvSpPr>
            <p:cNvPr id="40" name="Arc 39">
              <a:extLst>
                <a:ext uri="{FF2B5EF4-FFF2-40B4-BE49-F238E27FC236}">
                  <a16:creationId xmlns:a16="http://schemas.microsoft.com/office/drawing/2014/main" id="{BC4E8760-B0C0-FC2A-EB78-DA96B06333FF}"/>
                </a:ext>
              </a:extLst>
            </p:cNvPr>
            <p:cNvSpPr/>
            <p:nvPr/>
          </p:nvSpPr>
          <p:spPr>
            <a:xfrm rot="9560362">
              <a:off x="1442468" y="1374585"/>
              <a:ext cx="920592" cy="1631304"/>
            </a:xfrm>
            <a:custGeom>
              <a:avLst/>
              <a:gdLst>
                <a:gd name="connsiteX0" fmla="*/ 1417320 w 2834640"/>
                <a:gd name="connsiteY0" fmla="*/ 0 h 2851283"/>
                <a:gd name="connsiteX1" fmla="*/ 2834640 w 2834640"/>
                <a:gd name="connsiteY1" fmla="*/ 1425642 h 2851283"/>
                <a:gd name="connsiteX2" fmla="*/ 1417320 w 2834640"/>
                <a:gd name="connsiteY2" fmla="*/ 1425642 h 2851283"/>
                <a:gd name="connsiteX3" fmla="*/ 1417320 w 2834640"/>
                <a:gd name="connsiteY3" fmla="*/ 0 h 2851283"/>
                <a:gd name="connsiteX0" fmla="*/ 1417320 w 2834640"/>
                <a:gd name="connsiteY0" fmla="*/ 0 h 2851283"/>
                <a:gd name="connsiteX1" fmla="*/ 2834640 w 2834640"/>
                <a:gd name="connsiteY1" fmla="*/ 1425642 h 2851283"/>
                <a:gd name="connsiteX0" fmla="*/ 0 w 1417320"/>
                <a:gd name="connsiteY0" fmla="*/ 0 h 1425642"/>
                <a:gd name="connsiteX1" fmla="*/ 1417320 w 1417320"/>
                <a:gd name="connsiteY1" fmla="*/ 1425642 h 1425642"/>
                <a:gd name="connsiteX2" fmla="*/ 366655 w 1417320"/>
                <a:gd name="connsiteY2" fmla="*/ 1178595 h 1425642"/>
                <a:gd name="connsiteX3" fmla="*/ 0 w 1417320"/>
                <a:gd name="connsiteY3" fmla="*/ 0 h 1425642"/>
                <a:gd name="connsiteX0" fmla="*/ 0 w 1417320"/>
                <a:gd name="connsiteY0" fmla="*/ 0 h 1425642"/>
                <a:gd name="connsiteX1" fmla="*/ 1417320 w 1417320"/>
                <a:gd name="connsiteY1" fmla="*/ 1425642 h 1425642"/>
                <a:gd name="connsiteX0" fmla="*/ 0 w 1417320"/>
                <a:gd name="connsiteY0" fmla="*/ 0 h 1425642"/>
                <a:gd name="connsiteX1" fmla="*/ 1417320 w 1417320"/>
                <a:gd name="connsiteY1" fmla="*/ 1425642 h 1425642"/>
                <a:gd name="connsiteX2" fmla="*/ 72933 w 1417320"/>
                <a:gd name="connsiteY2" fmla="*/ 1309426 h 1425642"/>
                <a:gd name="connsiteX3" fmla="*/ 0 w 1417320"/>
                <a:gd name="connsiteY3" fmla="*/ 0 h 1425642"/>
                <a:gd name="connsiteX0" fmla="*/ 0 w 1417320"/>
                <a:gd name="connsiteY0" fmla="*/ 0 h 1425642"/>
                <a:gd name="connsiteX1" fmla="*/ 1417320 w 1417320"/>
                <a:gd name="connsiteY1" fmla="*/ 1425642 h 1425642"/>
                <a:gd name="connsiteX0" fmla="*/ 0 w 1417320"/>
                <a:gd name="connsiteY0" fmla="*/ 23286 h 1448928"/>
                <a:gd name="connsiteX1" fmla="*/ 1417320 w 1417320"/>
                <a:gd name="connsiteY1" fmla="*/ 1448928 h 1448928"/>
                <a:gd name="connsiteX2" fmla="*/ 72933 w 1417320"/>
                <a:gd name="connsiteY2" fmla="*/ 1332712 h 1448928"/>
                <a:gd name="connsiteX3" fmla="*/ 0 w 1417320"/>
                <a:gd name="connsiteY3" fmla="*/ 23286 h 1448928"/>
                <a:gd name="connsiteX0" fmla="*/ 320971 w 1417320"/>
                <a:gd name="connsiteY0" fmla="*/ 0 h 1448928"/>
                <a:gd name="connsiteX1" fmla="*/ 1417320 w 1417320"/>
                <a:gd name="connsiteY1" fmla="*/ 1448928 h 1448928"/>
                <a:gd name="connsiteX0" fmla="*/ 0 w 1817198"/>
                <a:gd name="connsiteY0" fmla="*/ 23286 h 1448928"/>
                <a:gd name="connsiteX1" fmla="*/ 1417320 w 1817198"/>
                <a:gd name="connsiteY1" fmla="*/ 1448928 h 1448928"/>
                <a:gd name="connsiteX2" fmla="*/ 72933 w 1817198"/>
                <a:gd name="connsiteY2" fmla="*/ 1332712 h 1448928"/>
                <a:gd name="connsiteX3" fmla="*/ 0 w 1817198"/>
                <a:gd name="connsiteY3" fmla="*/ 23286 h 1448928"/>
                <a:gd name="connsiteX0" fmla="*/ 320971 w 1817198"/>
                <a:gd name="connsiteY0" fmla="*/ 0 h 1448928"/>
                <a:gd name="connsiteX1" fmla="*/ 1817198 w 1817198"/>
                <a:gd name="connsiteY1" fmla="*/ 1145175 h 1448928"/>
                <a:gd name="connsiteX0" fmla="*/ 0 w 1817198"/>
                <a:gd name="connsiteY0" fmla="*/ 19714 h 1445356"/>
                <a:gd name="connsiteX1" fmla="*/ 1417320 w 1817198"/>
                <a:gd name="connsiteY1" fmla="*/ 1445356 h 1445356"/>
                <a:gd name="connsiteX2" fmla="*/ 72933 w 1817198"/>
                <a:gd name="connsiteY2" fmla="*/ 1329140 h 1445356"/>
                <a:gd name="connsiteX3" fmla="*/ 0 w 1817198"/>
                <a:gd name="connsiteY3" fmla="*/ 19714 h 1445356"/>
                <a:gd name="connsiteX0" fmla="*/ 72313 w 1817198"/>
                <a:gd name="connsiteY0" fmla="*/ 0 h 1445356"/>
                <a:gd name="connsiteX1" fmla="*/ 1817198 w 1817198"/>
                <a:gd name="connsiteY1" fmla="*/ 1141603 h 1445356"/>
                <a:gd name="connsiteX0" fmla="*/ 0 w 1738996"/>
                <a:gd name="connsiteY0" fmla="*/ 19714 h 1445356"/>
                <a:gd name="connsiteX1" fmla="*/ 1417320 w 1738996"/>
                <a:gd name="connsiteY1" fmla="*/ 1445356 h 1445356"/>
                <a:gd name="connsiteX2" fmla="*/ 72933 w 1738996"/>
                <a:gd name="connsiteY2" fmla="*/ 1329140 h 1445356"/>
                <a:gd name="connsiteX3" fmla="*/ 0 w 1738996"/>
                <a:gd name="connsiteY3" fmla="*/ 19714 h 1445356"/>
                <a:gd name="connsiteX0" fmla="*/ 72313 w 1738996"/>
                <a:gd name="connsiteY0" fmla="*/ 0 h 1445356"/>
                <a:gd name="connsiteX1" fmla="*/ 1738996 w 1738996"/>
                <a:gd name="connsiteY1" fmla="*/ 1352478 h 1445356"/>
                <a:gd name="connsiteX0" fmla="*/ 0 w 1738996"/>
                <a:gd name="connsiteY0" fmla="*/ 19714 h 1445356"/>
                <a:gd name="connsiteX1" fmla="*/ 1417320 w 1738996"/>
                <a:gd name="connsiteY1" fmla="*/ 1445356 h 1445356"/>
                <a:gd name="connsiteX2" fmla="*/ 247891 w 1738996"/>
                <a:gd name="connsiteY2" fmla="*/ 1199612 h 1445356"/>
                <a:gd name="connsiteX3" fmla="*/ 0 w 1738996"/>
                <a:gd name="connsiteY3" fmla="*/ 19714 h 1445356"/>
                <a:gd name="connsiteX0" fmla="*/ 72313 w 1738996"/>
                <a:gd name="connsiteY0" fmla="*/ 0 h 1445356"/>
                <a:gd name="connsiteX1" fmla="*/ 1738996 w 1738996"/>
                <a:gd name="connsiteY1" fmla="*/ 1352478 h 1445356"/>
                <a:gd name="connsiteX0" fmla="*/ 0 w 1738996"/>
                <a:gd name="connsiteY0" fmla="*/ 19714 h 1445356"/>
                <a:gd name="connsiteX1" fmla="*/ 1417320 w 1738996"/>
                <a:gd name="connsiteY1" fmla="*/ 1445356 h 1445356"/>
                <a:gd name="connsiteX2" fmla="*/ 682835 w 1738996"/>
                <a:gd name="connsiteY2" fmla="*/ 834509 h 1445356"/>
                <a:gd name="connsiteX3" fmla="*/ 0 w 1738996"/>
                <a:gd name="connsiteY3" fmla="*/ 19714 h 1445356"/>
                <a:gd name="connsiteX0" fmla="*/ 72313 w 1738996"/>
                <a:gd name="connsiteY0" fmla="*/ 0 h 1445356"/>
                <a:gd name="connsiteX1" fmla="*/ 1738996 w 1738996"/>
                <a:gd name="connsiteY1" fmla="*/ 1352478 h 1445356"/>
                <a:gd name="connsiteX0" fmla="*/ 0 w 1738996"/>
                <a:gd name="connsiteY0" fmla="*/ 19714 h 1445356"/>
                <a:gd name="connsiteX1" fmla="*/ 1009667 w 1738996"/>
                <a:gd name="connsiteY1" fmla="*/ 578931 h 1445356"/>
                <a:gd name="connsiteX2" fmla="*/ 1417320 w 1738996"/>
                <a:gd name="connsiteY2" fmla="*/ 1445356 h 1445356"/>
                <a:gd name="connsiteX3" fmla="*/ 682835 w 1738996"/>
                <a:gd name="connsiteY3" fmla="*/ 834509 h 1445356"/>
                <a:gd name="connsiteX4" fmla="*/ 0 w 1738996"/>
                <a:gd name="connsiteY4" fmla="*/ 19714 h 1445356"/>
                <a:gd name="connsiteX0" fmla="*/ 72313 w 1738996"/>
                <a:gd name="connsiteY0" fmla="*/ 0 h 1445356"/>
                <a:gd name="connsiteX1" fmla="*/ 1738996 w 1738996"/>
                <a:gd name="connsiteY1" fmla="*/ 1352478 h 1445356"/>
                <a:gd name="connsiteX0" fmla="*/ 0 w 1738996"/>
                <a:gd name="connsiteY0" fmla="*/ 60811 h 1486453"/>
                <a:gd name="connsiteX1" fmla="*/ 1009667 w 1738996"/>
                <a:gd name="connsiteY1" fmla="*/ 620028 h 1486453"/>
                <a:gd name="connsiteX2" fmla="*/ 1417320 w 1738996"/>
                <a:gd name="connsiteY2" fmla="*/ 1486453 h 1486453"/>
                <a:gd name="connsiteX3" fmla="*/ 682835 w 1738996"/>
                <a:gd name="connsiteY3" fmla="*/ 875606 h 1486453"/>
                <a:gd name="connsiteX4" fmla="*/ 0 w 1738996"/>
                <a:gd name="connsiteY4" fmla="*/ 60811 h 1486453"/>
                <a:gd name="connsiteX0" fmla="*/ 51699 w 1738996"/>
                <a:gd name="connsiteY0" fmla="*/ 0 h 1486453"/>
                <a:gd name="connsiteX1" fmla="*/ 1738996 w 1738996"/>
                <a:gd name="connsiteY1" fmla="*/ 1393575 h 1486453"/>
                <a:gd name="connsiteX0" fmla="*/ 0 w 1738996"/>
                <a:gd name="connsiteY0" fmla="*/ 60811 h 1486453"/>
                <a:gd name="connsiteX1" fmla="*/ 816806 w 1738996"/>
                <a:gd name="connsiteY1" fmla="*/ 788751 h 1486453"/>
                <a:gd name="connsiteX2" fmla="*/ 1417320 w 1738996"/>
                <a:gd name="connsiteY2" fmla="*/ 1486453 h 1486453"/>
                <a:gd name="connsiteX3" fmla="*/ 682835 w 1738996"/>
                <a:gd name="connsiteY3" fmla="*/ 875606 h 1486453"/>
                <a:gd name="connsiteX4" fmla="*/ 0 w 1738996"/>
                <a:gd name="connsiteY4" fmla="*/ 60811 h 1486453"/>
                <a:gd name="connsiteX0" fmla="*/ 51699 w 1738996"/>
                <a:gd name="connsiteY0" fmla="*/ 0 h 1486453"/>
                <a:gd name="connsiteX1" fmla="*/ 1738996 w 1738996"/>
                <a:gd name="connsiteY1" fmla="*/ 1393575 h 1486453"/>
                <a:gd name="connsiteX0" fmla="*/ 0 w 1654730"/>
                <a:gd name="connsiteY0" fmla="*/ 60811 h 1486453"/>
                <a:gd name="connsiteX1" fmla="*/ 816806 w 1654730"/>
                <a:gd name="connsiteY1" fmla="*/ 788751 h 1486453"/>
                <a:gd name="connsiteX2" fmla="*/ 1417320 w 1654730"/>
                <a:gd name="connsiteY2" fmla="*/ 1486453 h 1486453"/>
                <a:gd name="connsiteX3" fmla="*/ 682835 w 1654730"/>
                <a:gd name="connsiteY3" fmla="*/ 875606 h 1486453"/>
                <a:gd name="connsiteX4" fmla="*/ 0 w 1654730"/>
                <a:gd name="connsiteY4" fmla="*/ 60811 h 1486453"/>
                <a:gd name="connsiteX0" fmla="*/ 51699 w 1654730"/>
                <a:gd name="connsiteY0" fmla="*/ 0 h 1486453"/>
                <a:gd name="connsiteX1" fmla="*/ 1654730 w 1654730"/>
                <a:gd name="connsiteY1" fmla="*/ 1355064 h 1486453"/>
                <a:gd name="connsiteX0" fmla="*/ 0 w 1714105"/>
                <a:gd name="connsiteY0" fmla="*/ 60811 h 1486453"/>
                <a:gd name="connsiteX1" fmla="*/ 816806 w 1714105"/>
                <a:gd name="connsiteY1" fmla="*/ 788751 h 1486453"/>
                <a:gd name="connsiteX2" fmla="*/ 1417320 w 1714105"/>
                <a:gd name="connsiteY2" fmla="*/ 1486453 h 1486453"/>
                <a:gd name="connsiteX3" fmla="*/ 682835 w 1714105"/>
                <a:gd name="connsiteY3" fmla="*/ 875606 h 1486453"/>
                <a:gd name="connsiteX4" fmla="*/ 0 w 1714105"/>
                <a:gd name="connsiteY4" fmla="*/ 60811 h 1486453"/>
                <a:gd name="connsiteX0" fmla="*/ 51699 w 1714105"/>
                <a:gd name="connsiteY0" fmla="*/ 0 h 1486453"/>
                <a:gd name="connsiteX1" fmla="*/ 1714105 w 1714105"/>
                <a:gd name="connsiteY1" fmla="*/ 1373684 h 1486453"/>
                <a:gd name="connsiteX0" fmla="*/ 0 w 1714105"/>
                <a:gd name="connsiteY0" fmla="*/ 60811 h 1486453"/>
                <a:gd name="connsiteX1" fmla="*/ 816806 w 1714105"/>
                <a:gd name="connsiteY1" fmla="*/ 788751 h 1486453"/>
                <a:gd name="connsiteX2" fmla="*/ 1417320 w 1714105"/>
                <a:gd name="connsiteY2" fmla="*/ 1486453 h 1486453"/>
                <a:gd name="connsiteX3" fmla="*/ 682835 w 1714105"/>
                <a:gd name="connsiteY3" fmla="*/ 875606 h 1486453"/>
                <a:gd name="connsiteX4" fmla="*/ 0 w 1714105"/>
                <a:gd name="connsiteY4" fmla="*/ 60811 h 1486453"/>
                <a:gd name="connsiteX0" fmla="*/ 51699 w 1714105"/>
                <a:gd name="connsiteY0" fmla="*/ 0 h 1486453"/>
                <a:gd name="connsiteX1" fmla="*/ 1714105 w 1714105"/>
                <a:gd name="connsiteY1" fmla="*/ 1373684 h 1486453"/>
                <a:gd name="connsiteX0" fmla="*/ 0 w 1714105"/>
                <a:gd name="connsiteY0" fmla="*/ 60811 h 1486453"/>
                <a:gd name="connsiteX1" fmla="*/ 816806 w 1714105"/>
                <a:gd name="connsiteY1" fmla="*/ 788751 h 1486453"/>
                <a:gd name="connsiteX2" fmla="*/ 1417320 w 1714105"/>
                <a:gd name="connsiteY2" fmla="*/ 1486453 h 1486453"/>
                <a:gd name="connsiteX3" fmla="*/ 682835 w 1714105"/>
                <a:gd name="connsiteY3" fmla="*/ 875606 h 1486453"/>
                <a:gd name="connsiteX4" fmla="*/ 0 w 1714105"/>
                <a:gd name="connsiteY4" fmla="*/ 60811 h 1486453"/>
                <a:gd name="connsiteX0" fmla="*/ 51699 w 1714105"/>
                <a:gd name="connsiteY0" fmla="*/ 0 h 1486453"/>
                <a:gd name="connsiteX1" fmla="*/ 1714105 w 1714105"/>
                <a:gd name="connsiteY1" fmla="*/ 1373684 h 1486453"/>
                <a:gd name="connsiteX0" fmla="*/ 0 w 1714105"/>
                <a:gd name="connsiteY0" fmla="*/ 60811 h 1486453"/>
                <a:gd name="connsiteX1" fmla="*/ 816806 w 1714105"/>
                <a:gd name="connsiteY1" fmla="*/ 788751 h 1486453"/>
                <a:gd name="connsiteX2" fmla="*/ 1417320 w 1714105"/>
                <a:gd name="connsiteY2" fmla="*/ 1486453 h 1486453"/>
                <a:gd name="connsiteX3" fmla="*/ 682835 w 1714105"/>
                <a:gd name="connsiteY3" fmla="*/ 875606 h 1486453"/>
                <a:gd name="connsiteX4" fmla="*/ 0 w 1714105"/>
                <a:gd name="connsiteY4" fmla="*/ 60811 h 1486453"/>
                <a:gd name="connsiteX0" fmla="*/ 51699 w 1714105"/>
                <a:gd name="connsiteY0" fmla="*/ 0 h 1486453"/>
                <a:gd name="connsiteX1" fmla="*/ 1714105 w 1714105"/>
                <a:gd name="connsiteY1" fmla="*/ 1373684 h 1486453"/>
                <a:gd name="connsiteX0" fmla="*/ 0 w 1703953"/>
                <a:gd name="connsiteY0" fmla="*/ 27736 h 1486453"/>
                <a:gd name="connsiteX1" fmla="*/ 806654 w 1703953"/>
                <a:gd name="connsiteY1" fmla="*/ 788751 h 1486453"/>
                <a:gd name="connsiteX2" fmla="*/ 1407168 w 1703953"/>
                <a:gd name="connsiteY2" fmla="*/ 1486453 h 1486453"/>
                <a:gd name="connsiteX3" fmla="*/ 672683 w 1703953"/>
                <a:gd name="connsiteY3" fmla="*/ 875606 h 1486453"/>
                <a:gd name="connsiteX4" fmla="*/ 0 w 1703953"/>
                <a:gd name="connsiteY4" fmla="*/ 27736 h 1486453"/>
                <a:gd name="connsiteX0" fmla="*/ 41547 w 1703953"/>
                <a:gd name="connsiteY0" fmla="*/ 0 h 1486453"/>
                <a:gd name="connsiteX1" fmla="*/ 1703953 w 1703953"/>
                <a:gd name="connsiteY1" fmla="*/ 1373684 h 1486453"/>
                <a:gd name="connsiteX0" fmla="*/ 0 w 1703953"/>
                <a:gd name="connsiteY0" fmla="*/ 3609 h 1462326"/>
                <a:gd name="connsiteX1" fmla="*/ 806654 w 1703953"/>
                <a:gd name="connsiteY1" fmla="*/ 764624 h 1462326"/>
                <a:gd name="connsiteX2" fmla="*/ 1407168 w 1703953"/>
                <a:gd name="connsiteY2" fmla="*/ 1462326 h 1462326"/>
                <a:gd name="connsiteX3" fmla="*/ 672683 w 1703953"/>
                <a:gd name="connsiteY3" fmla="*/ 851479 h 1462326"/>
                <a:gd name="connsiteX4" fmla="*/ 0 w 1703953"/>
                <a:gd name="connsiteY4" fmla="*/ 3609 h 1462326"/>
                <a:gd name="connsiteX0" fmla="*/ 47802 w 1703953"/>
                <a:gd name="connsiteY0" fmla="*/ 26178 h 1462326"/>
                <a:gd name="connsiteX1" fmla="*/ 1703953 w 1703953"/>
                <a:gd name="connsiteY1" fmla="*/ 1349557 h 1462326"/>
                <a:gd name="connsiteX0" fmla="*/ 0 w 1703953"/>
                <a:gd name="connsiteY0" fmla="*/ 3609 h 1462326"/>
                <a:gd name="connsiteX1" fmla="*/ 806654 w 1703953"/>
                <a:gd name="connsiteY1" fmla="*/ 764624 h 1462326"/>
                <a:gd name="connsiteX2" fmla="*/ 1407168 w 1703953"/>
                <a:gd name="connsiteY2" fmla="*/ 1462326 h 1462326"/>
                <a:gd name="connsiteX3" fmla="*/ 672683 w 1703953"/>
                <a:gd name="connsiteY3" fmla="*/ 851479 h 1462326"/>
                <a:gd name="connsiteX4" fmla="*/ 0 w 1703953"/>
                <a:gd name="connsiteY4" fmla="*/ 3609 h 1462326"/>
                <a:gd name="connsiteX0" fmla="*/ 47802 w 1703953"/>
                <a:gd name="connsiteY0" fmla="*/ 26178 h 1462326"/>
                <a:gd name="connsiteX1" fmla="*/ 1703953 w 1703953"/>
                <a:gd name="connsiteY1" fmla="*/ 1349557 h 1462326"/>
                <a:gd name="connsiteX0" fmla="*/ 0 w 1703953"/>
                <a:gd name="connsiteY0" fmla="*/ 3609 h 1462326"/>
                <a:gd name="connsiteX1" fmla="*/ 806654 w 1703953"/>
                <a:gd name="connsiteY1" fmla="*/ 764624 h 1462326"/>
                <a:gd name="connsiteX2" fmla="*/ 1407168 w 1703953"/>
                <a:gd name="connsiteY2" fmla="*/ 1462326 h 1462326"/>
                <a:gd name="connsiteX3" fmla="*/ 672683 w 1703953"/>
                <a:gd name="connsiteY3" fmla="*/ 851479 h 1462326"/>
                <a:gd name="connsiteX4" fmla="*/ 0 w 1703953"/>
                <a:gd name="connsiteY4" fmla="*/ 3609 h 1462326"/>
                <a:gd name="connsiteX0" fmla="*/ 47802 w 1703953"/>
                <a:gd name="connsiteY0" fmla="*/ 26178 h 1462326"/>
                <a:gd name="connsiteX1" fmla="*/ 1703953 w 1703953"/>
                <a:gd name="connsiteY1" fmla="*/ 1349557 h 1462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703953" h="1462326" stroke="0" extrusionOk="0">
                  <a:moveTo>
                    <a:pt x="0" y="3609"/>
                  </a:moveTo>
                  <a:cubicBezTo>
                    <a:pt x="62785" y="-50921"/>
                    <a:pt x="570434" y="527017"/>
                    <a:pt x="806654" y="764624"/>
                  </a:cubicBezTo>
                  <a:cubicBezTo>
                    <a:pt x="1042874" y="1002231"/>
                    <a:pt x="1469953" y="1407796"/>
                    <a:pt x="1407168" y="1462326"/>
                  </a:cubicBezTo>
                  <a:lnTo>
                    <a:pt x="672683" y="851479"/>
                  </a:lnTo>
                  <a:cubicBezTo>
                    <a:pt x="672683" y="376265"/>
                    <a:pt x="0" y="478823"/>
                    <a:pt x="0" y="3609"/>
                  </a:cubicBezTo>
                  <a:close/>
                </a:path>
                <a:path w="1703953" h="1462326" fill="none">
                  <a:moveTo>
                    <a:pt x="47802" y="26178"/>
                  </a:moveTo>
                  <a:cubicBezTo>
                    <a:pt x="808098" y="353509"/>
                    <a:pt x="1342058" y="847542"/>
                    <a:pt x="1703953" y="1349557"/>
                  </a:cubicBezTo>
                </a:path>
              </a:pathLst>
            </a:custGeom>
            <a:ln w="19050">
              <a:solidFill>
                <a:schemeClr val="accent1">
                  <a:lumMod val="50000"/>
                </a:schemeClr>
              </a:solidFill>
              <a:headEnd type="none" w="med" len="med"/>
              <a:tailEnd type="arrow" w="med" len="med"/>
            </a:ln>
            <a:effectLst/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200" dirty="0"/>
            </a:p>
          </p:txBody>
        </p:sp>
        <p:sp>
          <p:nvSpPr>
            <p:cNvPr id="41" name="Arc 39">
              <a:extLst>
                <a:ext uri="{FF2B5EF4-FFF2-40B4-BE49-F238E27FC236}">
                  <a16:creationId xmlns:a16="http://schemas.microsoft.com/office/drawing/2014/main" id="{90C00139-1A54-75D6-52C7-EA5C2E7BD5E9}"/>
                </a:ext>
              </a:extLst>
            </p:cNvPr>
            <p:cNvSpPr/>
            <p:nvPr/>
          </p:nvSpPr>
          <p:spPr>
            <a:xfrm rot="6957562">
              <a:off x="1261019" y="3175821"/>
              <a:ext cx="1340353" cy="860779"/>
            </a:xfrm>
            <a:custGeom>
              <a:avLst/>
              <a:gdLst>
                <a:gd name="connsiteX0" fmla="*/ 1417320 w 2834640"/>
                <a:gd name="connsiteY0" fmla="*/ 0 h 2851283"/>
                <a:gd name="connsiteX1" fmla="*/ 2834640 w 2834640"/>
                <a:gd name="connsiteY1" fmla="*/ 1425642 h 2851283"/>
                <a:gd name="connsiteX2" fmla="*/ 1417320 w 2834640"/>
                <a:gd name="connsiteY2" fmla="*/ 1425642 h 2851283"/>
                <a:gd name="connsiteX3" fmla="*/ 1417320 w 2834640"/>
                <a:gd name="connsiteY3" fmla="*/ 0 h 2851283"/>
                <a:gd name="connsiteX0" fmla="*/ 1417320 w 2834640"/>
                <a:gd name="connsiteY0" fmla="*/ 0 h 2851283"/>
                <a:gd name="connsiteX1" fmla="*/ 2834640 w 2834640"/>
                <a:gd name="connsiteY1" fmla="*/ 1425642 h 2851283"/>
                <a:gd name="connsiteX0" fmla="*/ 0 w 1417320"/>
                <a:gd name="connsiteY0" fmla="*/ 0 h 1425642"/>
                <a:gd name="connsiteX1" fmla="*/ 1417320 w 1417320"/>
                <a:gd name="connsiteY1" fmla="*/ 1425642 h 1425642"/>
                <a:gd name="connsiteX2" fmla="*/ 366655 w 1417320"/>
                <a:gd name="connsiteY2" fmla="*/ 1178595 h 1425642"/>
                <a:gd name="connsiteX3" fmla="*/ 0 w 1417320"/>
                <a:gd name="connsiteY3" fmla="*/ 0 h 1425642"/>
                <a:gd name="connsiteX0" fmla="*/ 0 w 1417320"/>
                <a:gd name="connsiteY0" fmla="*/ 0 h 1425642"/>
                <a:gd name="connsiteX1" fmla="*/ 1417320 w 1417320"/>
                <a:gd name="connsiteY1" fmla="*/ 1425642 h 1425642"/>
                <a:gd name="connsiteX0" fmla="*/ 0 w 1417320"/>
                <a:gd name="connsiteY0" fmla="*/ 0 h 1425642"/>
                <a:gd name="connsiteX1" fmla="*/ 1417320 w 1417320"/>
                <a:gd name="connsiteY1" fmla="*/ 1425642 h 1425642"/>
                <a:gd name="connsiteX2" fmla="*/ 72933 w 1417320"/>
                <a:gd name="connsiteY2" fmla="*/ 1309426 h 1425642"/>
                <a:gd name="connsiteX3" fmla="*/ 0 w 1417320"/>
                <a:gd name="connsiteY3" fmla="*/ 0 h 1425642"/>
                <a:gd name="connsiteX0" fmla="*/ 0 w 1417320"/>
                <a:gd name="connsiteY0" fmla="*/ 0 h 1425642"/>
                <a:gd name="connsiteX1" fmla="*/ 1417320 w 1417320"/>
                <a:gd name="connsiteY1" fmla="*/ 1425642 h 1425642"/>
                <a:gd name="connsiteX0" fmla="*/ 0 w 1417320"/>
                <a:gd name="connsiteY0" fmla="*/ 23286 h 1448928"/>
                <a:gd name="connsiteX1" fmla="*/ 1417320 w 1417320"/>
                <a:gd name="connsiteY1" fmla="*/ 1448928 h 1448928"/>
                <a:gd name="connsiteX2" fmla="*/ 72933 w 1417320"/>
                <a:gd name="connsiteY2" fmla="*/ 1332712 h 1448928"/>
                <a:gd name="connsiteX3" fmla="*/ 0 w 1417320"/>
                <a:gd name="connsiteY3" fmla="*/ 23286 h 1448928"/>
                <a:gd name="connsiteX0" fmla="*/ 320971 w 1417320"/>
                <a:gd name="connsiteY0" fmla="*/ 0 h 1448928"/>
                <a:gd name="connsiteX1" fmla="*/ 1417320 w 1417320"/>
                <a:gd name="connsiteY1" fmla="*/ 1448928 h 1448928"/>
                <a:gd name="connsiteX0" fmla="*/ 0 w 1817198"/>
                <a:gd name="connsiteY0" fmla="*/ 23286 h 1448928"/>
                <a:gd name="connsiteX1" fmla="*/ 1417320 w 1817198"/>
                <a:gd name="connsiteY1" fmla="*/ 1448928 h 1448928"/>
                <a:gd name="connsiteX2" fmla="*/ 72933 w 1817198"/>
                <a:gd name="connsiteY2" fmla="*/ 1332712 h 1448928"/>
                <a:gd name="connsiteX3" fmla="*/ 0 w 1817198"/>
                <a:gd name="connsiteY3" fmla="*/ 23286 h 1448928"/>
                <a:gd name="connsiteX0" fmla="*/ 320971 w 1817198"/>
                <a:gd name="connsiteY0" fmla="*/ 0 h 1448928"/>
                <a:gd name="connsiteX1" fmla="*/ 1817198 w 1817198"/>
                <a:gd name="connsiteY1" fmla="*/ 1145175 h 1448928"/>
                <a:gd name="connsiteX0" fmla="*/ 0 w 1817198"/>
                <a:gd name="connsiteY0" fmla="*/ 19714 h 1445356"/>
                <a:gd name="connsiteX1" fmla="*/ 1417320 w 1817198"/>
                <a:gd name="connsiteY1" fmla="*/ 1445356 h 1445356"/>
                <a:gd name="connsiteX2" fmla="*/ 72933 w 1817198"/>
                <a:gd name="connsiteY2" fmla="*/ 1329140 h 1445356"/>
                <a:gd name="connsiteX3" fmla="*/ 0 w 1817198"/>
                <a:gd name="connsiteY3" fmla="*/ 19714 h 1445356"/>
                <a:gd name="connsiteX0" fmla="*/ 72313 w 1817198"/>
                <a:gd name="connsiteY0" fmla="*/ 0 h 1445356"/>
                <a:gd name="connsiteX1" fmla="*/ 1817198 w 1817198"/>
                <a:gd name="connsiteY1" fmla="*/ 1141603 h 1445356"/>
                <a:gd name="connsiteX0" fmla="*/ 0 w 1738996"/>
                <a:gd name="connsiteY0" fmla="*/ 19714 h 1445356"/>
                <a:gd name="connsiteX1" fmla="*/ 1417320 w 1738996"/>
                <a:gd name="connsiteY1" fmla="*/ 1445356 h 1445356"/>
                <a:gd name="connsiteX2" fmla="*/ 72933 w 1738996"/>
                <a:gd name="connsiteY2" fmla="*/ 1329140 h 1445356"/>
                <a:gd name="connsiteX3" fmla="*/ 0 w 1738996"/>
                <a:gd name="connsiteY3" fmla="*/ 19714 h 1445356"/>
                <a:gd name="connsiteX0" fmla="*/ 72313 w 1738996"/>
                <a:gd name="connsiteY0" fmla="*/ 0 h 1445356"/>
                <a:gd name="connsiteX1" fmla="*/ 1738996 w 1738996"/>
                <a:gd name="connsiteY1" fmla="*/ 1352478 h 1445356"/>
                <a:gd name="connsiteX0" fmla="*/ 0 w 1738996"/>
                <a:gd name="connsiteY0" fmla="*/ 19714 h 1445356"/>
                <a:gd name="connsiteX1" fmla="*/ 1417320 w 1738996"/>
                <a:gd name="connsiteY1" fmla="*/ 1445356 h 1445356"/>
                <a:gd name="connsiteX2" fmla="*/ 247891 w 1738996"/>
                <a:gd name="connsiteY2" fmla="*/ 1199612 h 1445356"/>
                <a:gd name="connsiteX3" fmla="*/ 0 w 1738996"/>
                <a:gd name="connsiteY3" fmla="*/ 19714 h 1445356"/>
                <a:gd name="connsiteX0" fmla="*/ 72313 w 1738996"/>
                <a:gd name="connsiteY0" fmla="*/ 0 h 1445356"/>
                <a:gd name="connsiteX1" fmla="*/ 1738996 w 1738996"/>
                <a:gd name="connsiteY1" fmla="*/ 1352478 h 1445356"/>
                <a:gd name="connsiteX0" fmla="*/ 0 w 1738996"/>
                <a:gd name="connsiteY0" fmla="*/ 19714 h 1445356"/>
                <a:gd name="connsiteX1" fmla="*/ 1417320 w 1738996"/>
                <a:gd name="connsiteY1" fmla="*/ 1445356 h 1445356"/>
                <a:gd name="connsiteX2" fmla="*/ 682835 w 1738996"/>
                <a:gd name="connsiteY2" fmla="*/ 834509 h 1445356"/>
                <a:gd name="connsiteX3" fmla="*/ 0 w 1738996"/>
                <a:gd name="connsiteY3" fmla="*/ 19714 h 1445356"/>
                <a:gd name="connsiteX0" fmla="*/ 72313 w 1738996"/>
                <a:gd name="connsiteY0" fmla="*/ 0 h 1445356"/>
                <a:gd name="connsiteX1" fmla="*/ 1738996 w 1738996"/>
                <a:gd name="connsiteY1" fmla="*/ 1352478 h 1445356"/>
                <a:gd name="connsiteX0" fmla="*/ 0 w 1738996"/>
                <a:gd name="connsiteY0" fmla="*/ 19714 h 1445356"/>
                <a:gd name="connsiteX1" fmla="*/ 1009667 w 1738996"/>
                <a:gd name="connsiteY1" fmla="*/ 578931 h 1445356"/>
                <a:gd name="connsiteX2" fmla="*/ 1417320 w 1738996"/>
                <a:gd name="connsiteY2" fmla="*/ 1445356 h 1445356"/>
                <a:gd name="connsiteX3" fmla="*/ 682835 w 1738996"/>
                <a:gd name="connsiteY3" fmla="*/ 834509 h 1445356"/>
                <a:gd name="connsiteX4" fmla="*/ 0 w 1738996"/>
                <a:gd name="connsiteY4" fmla="*/ 19714 h 1445356"/>
                <a:gd name="connsiteX0" fmla="*/ 72313 w 1738996"/>
                <a:gd name="connsiteY0" fmla="*/ 0 h 1445356"/>
                <a:gd name="connsiteX1" fmla="*/ 1738996 w 1738996"/>
                <a:gd name="connsiteY1" fmla="*/ 1352478 h 1445356"/>
                <a:gd name="connsiteX0" fmla="*/ 0 w 1738996"/>
                <a:gd name="connsiteY0" fmla="*/ 60811 h 1486453"/>
                <a:gd name="connsiteX1" fmla="*/ 1009667 w 1738996"/>
                <a:gd name="connsiteY1" fmla="*/ 620028 h 1486453"/>
                <a:gd name="connsiteX2" fmla="*/ 1417320 w 1738996"/>
                <a:gd name="connsiteY2" fmla="*/ 1486453 h 1486453"/>
                <a:gd name="connsiteX3" fmla="*/ 682835 w 1738996"/>
                <a:gd name="connsiteY3" fmla="*/ 875606 h 1486453"/>
                <a:gd name="connsiteX4" fmla="*/ 0 w 1738996"/>
                <a:gd name="connsiteY4" fmla="*/ 60811 h 1486453"/>
                <a:gd name="connsiteX0" fmla="*/ 51699 w 1738996"/>
                <a:gd name="connsiteY0" fmla="*/ 0 h 1486453"/>
                <a:gd name="connsiteX1" fmla="*/ 1738996 w 1738996"/>
                <a:gd name="connsiteY1" fmla="*/ 1393575 h 1486453"/>
                <a:gd name="connsiteX0" fmla="*/ 0 w 1738996"/>
                <a:gd name="connsiteY0" fmla="*/ 60811 h 1486453"/>
                <a:gd name="connsiteX1" fmla="*/ 956265 w 1738996"/>
                <a:gd name="connsiteY1" fmla="*/ 666030 h 1486453"/>
                <a:gd name="connsiteX2" fmla="*/ 1417320 w 1738996"/>
                <a:gd name="connsiteY2" fmla="*/ 1486453 h 1486453"/>
                <a:gd name="connsiteX3" fmla="*/ 682835 w 1738996"/>
                <a:gd name="connsiteY3" fmla="*/ 875606 h 1486453"/>
                <a:gd name="connsiteX4" fmla="*/ 0 w 1738996"/>
                <a:gd name="connsiteY4" fmla="*/ 60811 h 1486453"/>
                <a:gd name="connsiteX0" fmla="*/ 51699 w 1738996"/>
                <a:gd name="connsiteY0" fmla="*/ 0 h 1486453"/>
                <a:gd name="connsiteX1" fmla="*/ 1738996 w 1738996"/>
                <a:gd name="connsiteY1" fmla="*/ 1393575 h 1486453"/>
                <a:gd name="connsiteX0" fmla="*/ 0 w 1738996"/>
                <a:gd name="connsiteY0" fmla="*/ 60811 h 1486453"/>
                <a:gd name="connsiteX1" fmla="*/ 956265 w 1738996"/>
                <a:gd name="connsiteY1" fmla="*/ 666030 h 1486453"/>
                <a:gd name="connsiteX2" fmla="*/ 1417320 w 1738996"/>
                <a:gd name="connsiteY2" fmla="*/ 1486453 h 1486453"/>
                <a:gd name="connsiteX3" fmla="*/ 777778 w 1738996"/>
                <a:gd name="connsiteY3" fmla="*/ 819764 h 1486453"/>
                <a:gd name="connsiteX4" fmla="*/ 0 w 1738996"/>
                <a:gd name="connsiteY4" fmla="*/ 60811 h 1486453"/>
                <a:gd name="connsiteX0" fmla="*/ 51699 w 1738996"/>
                <a:gd name="connsiteY0" fmla="*/ 0 h 1486453"/>
                <a:gd name="connsiteX1" fmla="*/ 1738996 w 1738996"/>
                <a:gd name="connsiteY1" fmla="*/ 1393575 h 1486453"/>
                <a:gd name="connsiteX0" fmla="*/ 0 w 1738996"/>
                <a:gd name="connsiteY0" fmla="*/ 60811 h 1486453"/>
                <a:gd name="connsiteX1" fmla="*/ 1266359 w 1738996"/>
                <a:gd name="connsiteY1" fmla="*/ 849288 h 1486453"/>
                <a:gd name="connsiteX2" fmla="*/ 1417320 w 1738996"/>
                <a:gd name="connsiteY2" fmla="*/ 1486453 h 1486453"/>
                <a:gd name="connsiteX3" fmla="*/ 777778 w 1738996"/>
                <a:gd name="connsiteY3" fmla="*/ 819764 h 1486453"/>
                <a:gd name="connsiteX4" fmla="*/ 0 w 1738996"/>
                <a:gd name="connsiteY4" fmla="*/ 60811 h 1486453"/>
                <a:gd name="connsiteX0" fmla="*/ 51699 w 1738996"/>
                <a:gd name="connsiteY0" fmla="*/ 0 h 1486453"/>
                <a:gd name="connsiteX1" fmla="*/ 1738996 w 1738996"/>
                <a:gd name="connsiteY1" fmla="*/ 1393575 h 1486453"/>
                <a:gd name="connsiteX0" fmla="*/ 0 w 1738996"/>
                <a:gd name="connsiteY0" fmla="*/ 60811 h 1486453"/>
                <a:gd name="connsiteX1" fmla="*/ 757567 w 1738996"/>
                <a:gd name="connsiteY1" fmla="*/ 553330 h 1486453"/>
                <a:gd name="connsiteX2" fmla="*/ 1417320 w 1738996"/>
                <a:gd name="connsiteY2" fmla="*/ 1486453 h 1486453"/>
                <a:gd name="connsiteX3" fmla="*/ 777778 w 1738996"/>
                <a:gd name="connsiteY3" fmla="*/ 819764 h 1486453"/>
                <a:gd name="connsiteX4" fmla="*/ 0 w 1738996"/>
                <a:gd name="connsiteY4" fmla="*/ 60811 h 1486453"/>
                <a:gd name="connsiteX0" fmla="*/ 51699 w 1738996"/>
                <a:gd name="connsiteY0" fmla="*/ 0 h 1486453"/>
                <a:gd name="connsiteX1" fmla="*/ 1738996 w 1738996"/>
                <a:gd name="connsiteY1" fmla="*/ 1393575 h 1486453"/>
                <a:gd name="connsiteX0" fmla="*/ 0 w 1733260"/>
                <a:gd name="connsiteY0" fmla="*/ 60811 h 1486453"/>
                <a:gd name="connsiteX1" fmla="*/ 757567 w 1733260"/>
                <a:gd name="connsiteY1" fmla="*/ 553330 h 1486453"/>
                <a:gd name="connsiteX2" fmla="*/ 1417320 w 1733260"/>
                <a:gd name="connsiteY2" fmla="*/ 1486453 h 1486453"/>
                <a:gd name="connsiteX3" fmla="*/ 777778 w 1733260"/>
                <a:gd name="connsiteY3" fmla="*/ 819764 h 1486453"/>
                <a:gd name="connsiteX4" fmla="*/ 0 w 1733260"/>
                <a:gd name="connsiteY4" fmla="*/ 60811 h 1486453"/>
                <a:gd name="connsiteX0" fmla="*/ 51699 w 1733260"/>
                <a:gd name="connsiteY0" fmla="*/ 0 h 1486453"/>
                <a:gd name="connsiteX1" fmla="*/ 1733260 w 1733260"/>
                <a:gd name="connsiteY1" fmla="*/ 1355379 h 1486453"/>
                <a:gd name="connsiteX0" fmla="*/ 0 w 1733260"/>
                <a:gd name="connsiteY0" fmla="*/ 60811 h 1486453"/>
                <a:gd name="connsiteX1" fmla="*/ 757567 w 1733260"/>
                <a:gd name="connsiteY1" fmla="*/ 553330 h 1486453"/>
                <a:gd name="connsiteX2" fmla="*/ 1417320 w 1733260"/>
                <a:gd name="connsiteY2" fmla="*/ 1486453 h 1486453"/>
                <a:gd name="connsiteX3" fmla="*/ 777778 w 1733260"/>
                <a:gd name="connsiteY3" fmla="*/ 819764 h 1486453"/>
                <a:gd name="connsiteX4" fmla="*/ 0 w 1733260"/>
                <a:gd name="connsiteY4" fmla="*/ 60811 h 1486453"/>
                <a:gd name="connsiteX0" fmla="*/ 51699 w 1733260"/>
                <a:gd name="connsiteY0" fmla="*/ 0 h 1486453"/>
                <a:gd name="connsiteX1" fmla="*/ 1733260 w 1733260"/>
                <a:gd name="connsiteY1" fmla="*/ 1355379 h 1486453"/>
                <a:gd name="connsiteX0" fmla="*/ 0 w 1733260"/>
                <a:gd name="connsiteY0" fmla="*/ 60811 h 1486453"/>
                <a:gd name="connsiteX1" fmla="*/ 757567 w 1733260"/>
                <a:gd name="connsiteY1" fmla="*/ 553330 h 1486453"/>
                <a:gd name="connsiteX2" fmla="*/ 1417320 w 1733260"/>
                <a:gd name="connsiteY2" fmla="*/ 1486453 h 1486453"/>
                <a:gd name="connsiteX3" fmla="*/ 777778 w 1733260"/>
                <a:gd name="connsiteY3" fmla="*/ 819764 h 1486453"/>
                <a:gd name="connsiteX4" fmla="*/ 0 w 1733260"/>
                <a:gd name="connsiteY4" fmla="*/ 60811 h 1486453"/>
                <a:gd name="connsiteX0" fmla="*/ 51699 w 1733260"/>
                <a:gd name="connsiteY0" fmla="*/ 0 h 1486453"/>
                <a:gd name="connsiteX1" fmla="*/ 1733260 w 1733260"/>
                <a:gd name="connsiteY1" fmla="*/ 1355379 h 1486453"/>
                <a:gd name="connsiteX0" fmla="*/ 0 w 1733260"/>
                <a:gd name="connsiteY0" fmla="*/ 60811 h 1486453"/>
                <a:gd name="connsiteX1" fmla="*/ 757567 w 1733260"/>
                <a:gd name="connsiteY1" fmla="*/ 553330 h 1486453"/>
                <a:gd name="connsiteX2" fmla="*/ 1417320 w 1733260"/>
                <a:gd name="connsiteY2" fmla="*/ 1486453 h 1486453"/>
                <a:gd name="connsiteX3" fmla="*/ 777778 w 1733260"/>
                <a:gd name="connsiteY3" fmla="*/ 819764 h 1486453"/>
                <a:gd name="connsiteX4" fmla="*/ 0 w 1733260"/>
                <a:gd name="connsiteY4" fmla="*/ 60811 h 1486453"/>
                <a:gd name="connsiteX0" fmla="*/ 51699 w 1733260"/>
                <a:gd name="connsiteY0" fmla="*/ 0 h 1486453"/>
                <a:gd name="connsiteX1" fmla="*/ 1733260 w 1733260"/>
                <a:gd name="connsiteY1" fmla="*/ 1355379 h 14864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733260" h="1486453" stroke="0" extrusionOk="0">
                  <a:moveTo>
                    <a:pt x="0" y="60811"/>
                  </a:moveTo>
                  <a:cubicBezTo>
                    <a:pt x="62785" y="6281"/>
                    <a:pt x="521347" y="315723"/>
                    <a:pt x="757567" y="553330"/>
                  </a:cubicBezTo>
                  <a:cubicBezTo>
                    <a:pt x="993787" y="790937"/>
                    <a:pt x="1480105" y="1431923"/>
                    <a:pt x="1417320" y="1486453"/>
                  </a:cubicBezTo>
                  <a:lnTo>
                    <a:pt x="777778" y="819764"/>
                  </a:lnTo>
                  <a:cubicBezTo>
                    <a:pt x="777778" y="344550"/>
                    <a:pt x="0" y="536025"/>
                    <a:pt x="0" y="60811"/>
                  </a:cubicBezTo>
                  <a:close/>
                </a:path>
                <a:path w="1733260" h="1486453" fill="none">
                  <a:moveTo>
                    <a:pt x="51699" y="0"/>
                  </a:moveTo>
                  <a:cubicBezTo>
                    <a:pt x="824849" y="214014"/>
                    <a:pt x="1390512" y="639132"/>
                    <a:pt x="1733260" y="1355379"/>
                  </a:cubicBezTo>
                </a:path>
              </a:pathLst>
            </a:custGeom>
            <a:ln w="19050">
              <a:solidFill>
                <a:schemeClr val="accent1">
                  <a:lumMod val="50000"/>
                </a:schemeClr>
              </a:solidFill>
              <a:headEnd type="none" w="med" len="med"/>
              <a:tailEnd type="arrow" w="med" len="med"/>
            </a:ln>
            <a:effectLst/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200" dirty="0"/>
            </a:p>
          </p:txBody>
        </p:sp>
        <p:sp>
          <p:nvSpPr>
            <p:cNvPr id="42" name="Arc 39">
              <a:extLst>
                <a:ext uri="{FF2B5EF4-FFF2-40B4-BE49-F238E27FC236}">
                  <a16:creationId xmlns:a16="http://schemas.microsoft.com/office/drawing/2014/main" id="{96E93884-2D8B-932E-E267-BD3531EF4B7B}"/>
                </a:ext>
              </a:extLst>
            </p:cNvPr>
            <p:cNvSpPr/>
            <p:nvPr/>
          </p:nvSpPr>
          <p:spPr>
            <a:xfrm rot="17872158">
              <a:off x="1180756" y="3118572"/>
              <a:ext cx="1474425" cy="778256"/>
            </a:xfrm>
            <a:custGeom>
              <a:avLst/>
              <a:gdLst>
                <a:gd name="connsiteX0" fmla="*/ 1417320 w 2834640"/>
                <a:gd name="connsiteY0" fmla="*/ 0 h 2851283"/>
                <a:gd name="connsiteX1" fmla="*/ 2834640 w 2834640"/>
                <a:gd name="connsiteY1" fmla="*/ 1425642 h 2851283"/>
                <a:gd name="connsiteX2" fmla="*/ 1417320 w 2834640"/>
                <a:gd name="connsiteY2" fmla="*/ 1425642 h 2851283"/>
                <a:gd name="connsiteX3" fmla="*/ 1417320 w 2834640"/>
                <a:gd name="connsiteY3" fmla="*/ 0 h 2851283"/>
                <a:gd name="connsiteX0" fmla="*/ 1417320 w 2834640"/>
                <a:gd name="connsiteY0" fmla="*/ 0 h 2851283"/>
                <a:gd name="connsiteX1" fmla="*/ 2834640 w 2834640"/>
                <a:gd name="connsiteY1" fmla="*/ 1425642 h 2851283"/>
                <a:gd name="connsiteX0" fmla="*/ 0 w 1417320"/>
                <a:gd name="connsiteY0" fmla="*/ 0 h 1425642"/>
                <a:gd name="connsiteX1" fmla="*/ 1417320 w 1417320"/>
                <a:gd name="connsiteY1" fmla="*/ 1425642 h 1425642"/>
                <a:gd name="connsiteX2" fmla="*/ 366655 w 1417320"/>
                <a:gd name="connsiteY2" fmla="*/ 1178595 h 1425642"/>
                <a:gd name="connsiteX3" fmla="*/ 0 w 1417320"/>
                <a:gd name="connsiteY3" fmla="*/ 0 h 1425642"/>
                <a:gd name="connsiteX0" fmla="*/ 0 w 1417320"/>
                <a:gd name="connsiteY0" fmla="*/ 0 h 1425642"/>
                <a:gd name="connsiteX1" fmla="*/ 1417320 w 1417320"/>
                <a:gd name="connsiteY1" fmla="*/ 1425642 h 1425642"/>
                <a:gd name="connsiteX0" fmla="*/ 0 w 1417320"/>
                <a:gd name="connsiteY0" fmla="*/ 0 h 1425642"/>
                <a:gd name="connsiteX1" fmla="*/ 1417320 w 1417320"/>
                <a:gd name="connsiteY1" fmla="*/ 1425642 h 1425642"/>
                <a:gd name="connsiteX2" fmla="*/ 72933 w 1417320"/>
                <a:gd name="connsiteY2" fmla="*/ 1309426 h 1425642"/>
                <a:gd name="connsiteX3" fmla="*/ 0 w 1417320"/>
                <a:gd name="connsiteY3" fmla="*/ 0 h 1425642"/>
                <a:gd name="connsiteX0" fmla="*/ 0 w 1417320"/>
                <a:gd name="connsiteY0" fmla="*/ 0 h 1425642"/>
                <a:gd name="connsiteX1" fmla="*/ 1417320 w 1417320"/>
                <a:gd name="connsiteY1" fmla="*/ 1425642 h 1425642"/>
                <a:gd name="connsiteX0" fmla="*/ 0 w 1417320"/>
                <a:gd name="connsiteY0" fmla="*/ 23286 h 1448928"/>
                <a:gd name="connsiteX1" fmla="*/ 1417320 w 1417320"/>
                <a:gd name="connsiteY1" fmla="*/ 1448928 h 1448928"/>
                <a:gd name="connsiteX2" fmla="*/ 72933 w 1417320"/>
                <a:gd name="connsiteY2" fmla="*/ 1332712 h 1448928"/>
                <a:gd name="connsiteX3" fmla="*/ 0 w 1417320"/>
                <a:gd name="connsiteY3" fmla="*/ 23286 h 1448928"/>
                <a:gd name="connsiteX0" fmla="*/ 320971 w 1417320"/>
                <a:gd name="connsiteY0" fmla="*/ 0 h 1448928"/>
                <a:gd name="connsiteX1" fmla="*/ 1417320 w 1417320"/>
                <a:gd name="connsiteY1" fmla="*/ 1448928 h 1448928"/>
                <a:gd name="connsiteX0" fmla="*/ 0 w 1817198"/>
                <a:gd name="connsiteY0" fmla="*/ 23286 h 1448928"/>
                <a:gd name="connsiteX1" fmla="*/ 1417320 w 1817198"/>
                <a:gd name="connsiteY1" fmla="*/ 1448928 h 1448928"/>
                <a:gd name="connsiteX2" fmla="*/ 72933 w 1817198"/>
                <a:gd name="connsiteY2" fmla="*/ 1332712 h 1448928"/>
                <a:gd name="connsiteX3" fmla="*/ 0 w 1817198"/>
                <a:gd name="connsiteY3" fmla="*/ 23286 h 1448928"/>
                <a:gd name="connsiteX0" fmla="*/ 320971 w 1817198"/>
                <a:gd name="connsiteY0" fmla="*/ 0 h 1448928"/>
                <a:gd name="connsiteX1" fmla="*/ 1817198 w 1817198"/>
                <a:gd name="connsiteY1" fmla="*/ 1145175 h 1448928"/>
                <a:gd name="connsiteX0" fmla="*/ 0 w 1817198"/>
                <a:gd name="connsiteY0" fmla="*/ 19714 h 1445356"/>
                <a:gd name="connsiteX1" fmla="*/ 1417320 w 1817198"/>
                <a:gd name="connsiteY1" fmla="*/ 1445356 h 1445356"/>
                <a:gd name="connsiteX2" fmla="*/ 72933 w 1817198"/>
                <a:gd name="connsiteY2" fmla="*/ 1329140 h 1445356"/>
                <a:gd name="connsiteX3" fmla="*/ 0 w 1817198"/>
                <a:gd name="connsiteY3" fmla="*/ 19714 h 1445356"/>
                <a:gd name="connsiteX0" fmla="*/ 72313 w 1817198"/>
                <a:gd name="connsiteY0" fmla="*/ 0 h 1445356"/>
                <a:gd name="connsiteX1" fmla="*/ 1817198 w 1817198"/>
                <a:gd name="connsiteY1" fmla="*/ 1141603 h 1445356"/>
                <a:gd name="connsiteX0" fmla="*/ 0 w 1738996"/>
                <a:gd name="connsiteY0" fmla="*/ 19714 h 1445356"/>
                <a:gd name="connsiteX1" fmla="*/ 1417320 w 1738996"/>
                <a:gd name="connsiteY1" fmla="*/ 1445356 h 1445356"/>
                <a:gd name="connsiteX2" fmla="*/ 72933 w 1738996"/>
                <a:gd name="connsiteY2" fmla="*/ 1329140 h 1445356"/>
                <a:gd name="connsiteX3" fmla="*/ 0 w 1738996"/>
                <a:gd name="connsiteY3" fmla="*/ 19714 h 1445356"/>
                <a:gd name="connsiteX0" fmla="*/ 72313 w 1738996"/>
                <a:gd name="connsiteY0" fmla="*/ 0 h 1445356"/>
                <a:gd name="connsiteX1" fmla="*/ 1738996 w 1738996"/>
                <a:gd name="connsiteY1" fmla="*/ 1352478 h 1445356"/>
                <a:gd name="connsiteX0" fmla="*/ 0 w 1738996"/>
                <a:gd name="connsiteY0" fmla="*/ 19714 h 1445356"/>
                <a:gd name="connsiteX1" fmla="*/ 1417320 w 1738996"/>
                <a:gd name="connsiteY1" fmla="*/ 1445356 h 1445356"/>
                <a:gd name="connsiteX2" fmla="*/ 247891 w 1738996"/>
                <a:gd name="connsiteY2" fmla="*/ 1199612 h 1445356"/>
                <a:gd name="connsiteX3" fmla="*/ 0 w 1738996"/>
                <a:gd name="connsiteY3" fmla="*/ 19714 h 1445356"/>
                <a:gd name="connsiteX0" fmla="*/ 72313 w 1738996"/>
                <a:gd name="connsiteY0" fmla="*/ 0 h 1445356"/>
                <a:gd name="connsiteX1" fmla="*/ 1738996 w 1738996"/>
                <a:gd name="connsiteY1" fmla="*/ 1352478 h 1445356"/>
                <a:gd name="connsiteX0" fmla="*/ 0 w 1738996"/>
                <a:gd name="connsiteY0" fmla="*/ 19714 h 1445356"/>
                <a:gd name="connsiteX1" fmla="*/ 1417320 w 1738996"/>
                <a:gd name="connsiteY1" fmla="*/ 1445356 h 1445356"/>
                <a:gd name="connsiteX2" fmla="*/ 682835 w 1738996"/>
                <a:gd name="connsiteY2" fmla="*/ 834509 h 1445356"/>
                <a:gd name="connsiteX3" fmla="*/ 0 w 1738996"/>
                <a:gd name="connsiteY3" fmla="*/ 19714 h 1445356"/>
                <a:gd name="connsiteX0" fmla="*/ 72313 w 1738996"/>
                <a:gd name="connsiteY0" fmla="*/ 0 h 1445356"/>
                <a:gd name="connsiteX1" fmla="*/ 1738996 w 1738996"/>
                <a:gd name="connsiteY1" fmla="*/ 1352478 h 1445356"/>
                <a:gd name="connsiteX0" fmla="*/ 0 w 1738996"/>
                <a:gd name="connsiteY0" fmla="*/ 19714 h 1445356"/>
                <a:gd name="connsiteX1" fmla="*/ 1009667 w 1738996"/>
                <a:gd name="connsiteY1" fmla="*/ 578931 h 1445356"/>
                <a:gd name="connsiteX2" fmla="*/ 1417320 w 1738996"/>
                <a:gd name="connsiteY2" fmla="*/ 1445356 h 1445356"/>
                <a:gd name="connsiteX3" fmla="*/ 682835 w 1738996"/>
                <a:gd name="connsiteY3" fmla="*/ 834509 h 1445356"/>
                <a:gd name="connsiteX4" fmla="*/ 0 w 1738996"/>
                <a:gd name="connsiteY4" fmla="*/ 19714 h 1445356"/>
                <a:gd name="connsiteX0" fmla="*/ 72313 w 1738996"/>
                <a:gd name="connsiteY0" fmla="*/ 0 h 1445356"/>
                <a:gd name="connsiteX1" fmla="*/ 1738996 w 1738996"/>
                <a:gd name="connsiteY1" fmla="*/ 1352478 h 1445356"/>
                <a:gd name="connsiteX0" fmla="*/ 0 w 1738996"/>
                <a:gd name="connsiteY0" fmla="*/ 60811 h 1486453"/>
                <a:gd name="connsiteX1" fmla="*/ 1009667 w 1738996"/>
                <a:gd name="connsiteY1" fmla="*/ 620028 h 1486453"/>
                <a:gd name="connsiteX2" fmla="*/ 1417320 w 1738996"/>
                <a:gd name="connsiteY2" fmla="*/ 1486453 h 1486453"/>
                <a:gd name="connsiteX3" fmla="*/ 682835 w 1738996"/>
                <a:gd name="connsiteY3" fmla="*/ 875606 h 1486453"/>
                <a:gd name="connsiteX4" fmla="*/ 0 w 1738996"/>
                <a:gd name="connsiteY4" fmla="*/ 60811 h 1486453"/>
                <a:gd name="connsiteX0" fmla="*/ 51699 w 1738996"/>
                <a:gd name="connsiteY0" fmla="*/ 0 h 1486453"/>
                <a:gd name="connsiteX1" fmla="*/ 1738996 w 1738996"/>
                <a:gd name="connsiteY1" fmla="*/ 1393575 h 1486453"/>
                <a:gd name="connsiteX0" fmla="*/ 0 w 1738996"/>
                <a:gd name="connsiteY0" fmla="*/ 60811 h 1486453"/>
                <a:gd name="connsiteX1" fmla="*/ 816806 w 1738996"/>
                <a:gd name="connsiteY1" fmla="*/ 788751 h 1486453"/>
                <a:gd name="connsiteX2" fmla="*/ 1417320 w 1738996"/>
                <a:gd name="connsiteY2" fmla="*/ 1486453 h 1486453"/>
                <a:gd name="connsiteX3" fmla="*/ 682835 w 1738996"/>
                <a:gd name="connsiteY3" fmla="*/ 875606 h 1486453"/>
                <a:gd name="connsiteX4" fmla="*/ 0 w 1738996"/>
                <a:gd name="connsiteY4" fmla="*/ 60811 h 1486453"/>
                <a:gd name="connsiteX0" fmla="*/ 51699 w 1738996"/>
                <a:gd name="connsiteY0" fmla="*/ 0 h 1486453"/>
                <a:gd name="connsiteX1" fmla="*/ 1738996 w 1738996"/>
                <a:gd name="connsiteY1" fmla="*/ 1393575 h 1486453"/>
                <a:gd name="connsiteX0" fmla="*/ 0 w 1654730"/>
                <a:gd name="connsiteY0" fmla="*/ 60811 h 1486453"/>
                <a:gd name="connsiteX1" fmla="*/ 816806 w 1654730"/>
                <a:gd name="connsiteY1" fmla="*/ 788751 h 1486453"/>
                <a:gd name="connsiteX2" fmla="*/ 1417320 w 1654730"/>
                <a:gd name="connsiteY2" fmla="*/ 1486453 h 1486453"/>
                <a:gd name="connsiteX3" fmla="*/ 682835 w 1654730"/>
                <a:gd name="connsiteY3" fmla="*/ 875606 h 1486453"/>
                <a:gd name="connsiteX4" fmla="*/ 0 w 1654730"/>
                <a:gd name="connsiteY4" fmla="*/ 60811 h 1486453"/>
                <a:gd name="connsiteX0" fmla="*/ 51699 w 1654730"/>
                <a:gd name="connsiteY0" fmla="*/ 0 h 1486453"/>
                <a:gd name="connsiteX1" fmla="*/ 1654730 w 1654730"/>
                <a:gd name="connsiteY1" fmla="*/ 1355064 h 1486453"/>
                <a:gd name="connsiteX0" fmla="*/ 0 w 1714105"/>
                <a:gd name="connsiteY0" fmla="*/ 60811 h 1486453"/>
                <a:gd name="connsiteX1" fmla="*/ 816806 w 1714105"/>
                <a:gd name="connsiteY1" fmla="*/ 788751 h 1486453"/>
                <a:gd name="connsiteX2" fmla="*/ 1417320 w 1714105"/>
                <a:gd name="connsiteY2" fmla="*/ 1486453 h 1486453"/>
                <a:gd name="connsiteX3" fmla="*/ 682835 w 1714105"/>
                <a:gd name="connsiteY3" fmla="*/ 875606 h 1486453"/>
                <a:gd name="connsiteX4" fmla="*/ 0 w 1714105"/>
                <a:gd name="connsiteY4" fmla="*/ 60811 h 1486453"/>
                <a:gd name="connsiteX0" fmla="*/ 51699 w 1714105"/>
                <a:gd name="connsiteY0" fmla="*/ 0 h 1486453"/>
                <a:gd name="connsiteX1" fmla="*/ 1714105 w 1714105"/>
                <a:gd name="connsiteY1" fmla="*/ 1373684 h 1486453"/>
                <a:gd name="connsiteX0" fmla="*/ 0 w 1714105"/>
                <a:gd name="connsiteY0" fmla="*/ 60811 h 1486453"/>
                <a:gd name="connsiteX1" fmla="*/ 816806 w 1714105"/>
                <a:gd name="connsiteY1" fmla="*/ 788751 h 1486453"/>
                <a:gd name="connsiteX2" fmla="*/ 1417320 w 1714105"/>
                <a:gd name="connsiteY2" fmla="*/ 1486453 h 1486453"/>
                <a:gd name="connsiteX3" fmla="*/ 682835 w 1714105"/>
                <a:gd name="connsiteY3" fmla="*/ 875606 h 1486453"/>
                <a:gd name="connsiteX4" fmla="*/ 0 w 1714105"/>
                <a:gd name="connsiteY4" fmla="*/ 60811 h 1486453"/>
                <a:gd name="connsiteX0" fmla="*/ 51699 w 1714105"/>
                <a:gd name="connsiteY0" fmla="*/ 0 h 1486453"/>
                <a:gd name="connsiteX1" fmla="*/ 1714105 w 1714105"/>
                <a:gd name="connsiteY1" fmla="*/ 1373684 h 1486453"/>
                <a:gd name="connsiteX0" fmla="*/ 0 w 1714105"/>
                <a:gd name="connsiteY0" fmla="*/ 60811 h 1486453"/>
                <a:gd name="connsiteX1" fmla="*/ 816806 w 1714105"/>
                <a:gd name="connsiteY1" fmla="*/ 788751 h 1486453"/>
                <a:gd name="connsiteX2" fmla="*/ 1417320 w 1714105"/>
                <a:gd name="connsiteY2" fmla="*/ 1486453 h 1486453"/>
                <a:gd name="connsiteX3" fmla="*/ 682835 w 1714105"/>
                <a:gd name="connsiteY3" fmla="*/ 875606 h 1486453"/>
                <a:gd name="connsiteX4" fmla="*/ 0 w 1714105"/>
                <a:gd name="connsiteY4" fmla="*/ 60811 h 1486453"/>
                <a:gd name="connsiteX0" fmla="*/ 51699 w 1714105"/>
                <a:gd name="connsiteY0" fmla="*/ 0 h 1486453"/>
                <a:gd name="connsiteX1" fmla="*/ 1714105 w 1714105"/>
                <a:gd name="connsiteY1" fmla="*/ 1373684 h 1486453"/>
                <a:gd name="connsiteX0" fmla="*/ 0 w 1714105"/>
                <a:gd name="connsiteY0" fmla="*/ 60811 h 1486453"/>
                <a:gd name="connsiteX1" fmla="*/ 816806 w 1714105"/>
                <a:gd name="connsiteY1" fmla="*/ 788751 h 1486453"/>
                <a:gd name="connsiteX2" fmla="*/ 1417320 w 1714105"/>
                <a:gd name="connsiteY2" fmla="*/ 1486453 h 1486453"/>
                <a:gd name="connsiteX3" fmla="*/ 682835 w 1714105"/>
                <a:gd name="connsiteY3" fmla="*/ 875606 h 1486453"/>
                <a:gd name="connsiteX4" fmla="*/ 0 w 1714105"/>
                <a:gd name="connsiteY4" fmla="*/ 60811 h 1486453"/>
                <a:gd name="connsiteX0" fmla="*/ 51699 w 1714105"/>
                <a:gd name="connsiteY0" fmla="*/ 0 h 1486453"/>
                <a:gd name="connsiteX1" fmla="*/ 1714105 w 1714105"/>
                <a:gd name="connsiteY1" fmla="*/ 1373684 h 1486453"/>
                <a:gd name="connsiteX0" fmla="*/ 0 w 1703953"/>
                <a:gd name="connsiteY0" fmla="*/ 27736 h 1486453"/>
                <a:gd name="connsiteX1" fmla="*/ 806654 w 1703953"/>
                <a:gd name="connsiteY1" fmla="*/ 788751 h 1486453"/>
                <a:gd name="connsiteX2" fmla="*/ 1407168 w 1703953"/>
                <a:gd name="connsiteY2" fmla="*/ 1486453 h 1486453"/>
                <a:gd name="connsiteX3" fmla="*/ 672683 w 1703953"/>
                <a:gd name="connsiteY3" fmla="*/ 875606 h 1486453"/>
                <a:gd name="connsiteX4" fmla="*/ 0 w 1703953"/>
                <a:gd name="connsiteY4" fmla="*/ 27736 h 1486453"/>
                <a:gd name="connsiteX0" fmla="*/ 41547 w 1703953"/>
                <a:gd name="connsiteY0" fmla="*/ 0 h 1486453"/>
                <a:gd name="connsiteX1" fmla="*/ 1703953 w 1703953"/>
                <a:gd name="connsiteY1" fmla="*/ 1373684 h 1486453"/>
                <a:gd name="connsiteX0" fmla="*/ 0 w 1703953"/>
                <a:gd name="connsiteY0" fmla="*/ 3609 h 1462326"/>
                <a:gd name="connsiteX1" fmla="*/ 806654 w 1703953"/>
                <a:gd name="connsiteY1" fmla="*/ 764624 h 1462326"/>
                <a:gd name="connsiteX2" fmla="*/ 1407168 w 1703953"/>
                <a:gd name="connsiteY2" fmla="*/ 1462326 h 1462326"/>
                <a:gd name="connsiteX3" fmla="*/ 672683 w 1703953"/>
                <a:gd name="connsiteY3" fmla="*/ 851479 h 1462326"/>
                <a:gd name="connsiteX4" fmla="*/ 0 w 1703953"/>
                <a:gd name="connsiteY4" fmla="*/ 3609 h 1462326"/>
                <a:gd name="connsiteX0" fmla="*/ 47802 w 1703953"/>
                <a:gd name="connsiteY0" fmla="*/ 26178 h 1462326"/>
                <a:gd name="connsiteX1" fmla="*/ 1703953 w 1703953"/>
                <a:gd name="connsiteY1" fmla="*/ 1349557 h 1462326"/>
                <a:gd name="connsiteX0" fmla="*/ 0 w 1703953"/>
                <a:gd name="connsiteY0" fmla="*/ 3609 h 1462326"/>
                <a:gd name="connsiteX1" fmla="*/ 806654 w 1703953"/>
                <a:gd name="connsiteY1" fmla="*/ 764624 h 1462326"/>
                <a:gd name="connsiteX2" fmla="*/ 1407168 w 1703953"/>
                <a:gd name="connsiteY2" fmla="*/ 1462326 h 1462326"/>
                <a:gd name="connsiteX3" fmla="*/ 672683 w 1703953"/>
                <a:gd name="connsiteY3" fmla="*/ 851479 h 1462326"/>
                <a:gd name="connsiteX4" fmla="*/ 0 w 1703953"/>
                <a:gd name="connsiteY4" fmla="*/ 3609 h 1462326"/>
                <a:gd name="connsiteX0" fmla="*/ 47802 w 1703953"/>
                <a:gd name="connsiteY0" fmla="*/ 26178 h 1462326"/>
                <a:gd name="connsiteX1" fmla="*/ 1703953 w 1703953"/>
                <a:gd name="connsiteY1" fmla="*/ 1349557 h 1462326"/>
                <a:gd name="connsiteX0" fmla="*/ 0 w 1703953"/>
                <a:gd name="connsiteY0" fmla="*/ 3609 h 1462326"/>
                <a:gd name="connsiteX1" fmla="*/ 806654 w 1703953"/>
                <a:gd name="connsiteY1" fmla="*/ 764624 h 1462326"/>
                <a:gd name="connsiteX2" fmla="*/ 1407168 w 1703953"/>
                <a:gd name="connsiteY2" fmla="*/ 1462326 h 1462326"/>
                <a:gd name="connsiteX3" fmla="*/ 672683 w 1703953"/>
                <a:gd name="connsiteY3" fmla="*/ 851479 h 1462326"/>
                <a:gd name="connsiteX4" fmla="*/ 0 w 1703953"/>
                <a:gd name="connsiteY4" fmla="*/ 3609 h 1462326"/>
                <a:gd name="connsiteX0" fmla="*/ 47802 w 1703953"/>
                <a:gd name="connsiteY0" fmla="*/ 26178 h 1462326"/>
                <a:gd name="connsiteX1" fmla="*/ 1703953 w 1703953"/>
                <a:gd name="connsiteY1" fmla="*/ 1349557 h 1462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703953" h="1462326" stroke="0" extrusionOk="0">
                  <a:moveTo>
                    <a:pt x="0" y="3609"/>
                  </a:moveTo>
                  <a:cubicBezTo>
                    <a:pt x="62785" y="-50921"/>
                    <a:pt x="570434" y="527017"/>
                    <a:pt x="806654" y="764624"/>
                  </a:cubicBezTo>
                  <a:cubicBezTo>
                    <a:pt x="1042874" y="1002231"/>
                    <a:pt x="1469953" y="1407796"/>
                    <a:pt x="1407168" y="1462326"/>
                  </a:cubicBezTo>
                  <a:lnTo>
                    <a:pt x="672683" y="851479"/>
                  </a:lnTo>
                  <a:cubicBezTo>
                    <a:pt x="672683" y="376265"/>
                    <a:pt x="0" y="478823"/>
                    <a:pt x="0" y="3609"/>
                  </a:cubicBezTo>
                  <a:close/>
                </a:path>
                <a:path w="1703953" h="1462326" fill="none">
                  <a:moveTo>
                    <a:pt x="47802" y="26178"/>
                  </a:moveTo>
                  <a:cubicBezTo>
                    <a:pt x="808098" y="353509"/>
                    <a:pt x="1342058" y="847542"/>
                    <a:pt x="1703953" y="1349557"/>
                  </a:cubicBezTo>
                </a:path>
              </a:pathLst>
            </a:custGeom>
            <a:ln w="19050">
              <a:solidFill>
                <a:schemeClr val="accent1">
                  <a:lumMod val="50000"/>
                </a:schemeClr>
              </a:solidFill>
              <a:headEnd type="none" w="med" len="med"/>
              <a:tailEnd type="arrow" w="med" len="med"/>
            </a:ln>
            <a:effectLst/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200" dirty="0"/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06392D53-CDC5-3649-705A-384CFCAAB4BE}"/>
                </a:ext>
              </a:extLst>
            </p:cNvPr>
            <p:cNvSpPr txBox="1"/>
            <p:nvPr/>
          </p:nvSpPr>
          <p:spPr>
            <a:xfrm>
              <a:off x="880540" y="2408807"/>
              <a:ext cx="290831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dirty="0"/>
                <a:t>.</a:t>
              </a:r>
            </a:p>
            <a:p>
              <a:r>
                <a:rPr lang="en-US" sz="2400" dirty="0"/>
                <a:t>.</a:t>
              </a:r>
            </a:p>
            <a:p>
              <a:r>
                <a:rPr lang="en-US" sz="2400" dirty="0"/>
                <a:t>.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A04C8A32-54EA-9F8C-CB64-233D60508EB0}"/>
                </a:ext>
              </a:extLst>
            </p:cNvPr>
            <p:cNvSpPr txBox="1"/>
            <p:nvPr/>
          </p:nvSpPr>
          <p:spPr>
            <a:xfrm>
              <a:off x="7374659" y="4382810"/>
              <a:ext cx="1895792" cy="27717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Redis Key-Value Stores</a:t>
              </a: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510A1F0B-E992-FA6C-C823-DCD80EF94730}"/>
                </a:ext>
              </a:extLst>
            </p:cNvPr>
            <p:cNvSpPr txBox="1"/>
            <p:nvPr/>
          </p:nvSpPr>
          <p:spPr>
            <a:xfrm rot="1918651">
              <a:off x="1421022" y="1589423"/>
              <a:ext cx="1124024" cy="25407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Proto Request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70027CA5-A591-F687-E4B5-3E43F9CEC525}"/>
                </a:ext>
              </a:extLst>
            </p:cNvPr>
            <p:cNvSpPr txBox="1"/>
            <p:nvPr/>
          </p:nvSpPr>
          <p:spPr>
            <a:xfrm rot="2234965">
              <a:off x="1265248" y="2403698"/>
              <a:ext cx="1224845" cy="25407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Proto Response</a:t>
              </a:r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C6241A47-A1D1-DAFA-E880-77035BD1DC3E}"/>
                </a:ext>
              </a:extLst>
            </p:cNvPr>
            <p:cNvCxnSpPr>
              <a:cxnSpLocks/>
              <a:endCxn id="32" idx="2"/>
            </p:cNvCxnSpPr>
            <p:nvPr/>
          </p:nvCxnSpPr>
          <p:spPr>
            <a:xfrm flipV="1">
              <a:off x="6798628" y="1669104"/>
              <a:ext cx="991051" cy="10910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4"/>
            </a:lnRef>
            <a:fillRef idx="0">
              <a:schemeClr val="accent4"/>
            </a:fillRef>
            <a:effectRef idx="0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ECAA650B-09A1-9819-5A28-1C46AA1CE974}"/>
                </a:ext>
              </a:extLst>
            </p:cNvPr>
            <p:cNvCxnSpPr>
              <a:cxnSpLocks/>
              <a:stCxn id="32" idx="3"/>
            </p:cNvCxnSpPr>
            <p:nvPr/>
          </p:nvCxnSpPr>
          <p:spPr>
            <a:xfrm flipH="1">
              <a:off x="6857694" y="2036681"/>
              <a:ext cx="1329317" cy="84924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4"/>
            </a:lnRef>
            <a:fillRef idx="0">
              <a:schemeClr val="accent4"/>
            </a:fillRef>
            <a:effectRef idx="0">
              <a:schemeClr val="accent4"/>
            </a:effectRef>
            <a:fontRef idx="minor">
              <a:schemeClr val="tx1"/>
            </a:fontRef>
          </p:style>
        </p:cxn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E64535B3-4FFF-1772-9B99-76E716F0E7A7}"/>
                </a:ext>
              </a:extLst>
            </p:cNvPr>
            <p:cNvSpPr txBox="1"/>
            <p:nvPr/>
          </p:nvSpPr>
          <p:spPr>
            <a:xfrm>
              <a:off x="4004951" y="1905874"/>
              <a:ext cx="1421899" cy="3464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/>
                <a:t>Middleware</a:t>
              </a:r>
            </a:p>
          </p:txBody>
        </p: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C91AEFE1-D005-19EC-CE7C-D089A6A2CAD8}"/>
                </a:ext>
              </a:extLst>
            </p:cNvPr>
            <p:cNvCxnSpPr>
              <a:cxnSpLocks/>
              <a:endCxn id="33" idx="2"/>
            </p:cNvCxnSpPr>
            <p:nvPr/>
          </p:nvCxnSpPr>
          <p:spPr>
            <a:xfrm>
              <a:off x="6798628" y="3270740"/>
              <a:ext cx="990345" cy="58961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4"/>
            </a:lnRef>
            <a:fillRef idx="0">
              <a:schemeClr val="accent4"/>
            </a:fillRef>
            <a:effectRef idx="0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71A0ABFF-0580-A67F-4E43-199439FB9EED}"/>
                </a:ext>
              </a:extLst>
            </p:cNvPr>
            <p:cNvCxnSpPr>
              <a:cxnSpLocks/>
              <a:stCxn id="33" idx="1"/>
            </p:cNvCxnSpPr>
            <p:nvPr/>
          </p:nvCxnSpPr>
          <p:spPr>
            <a:xfrm flipH="1" flipV="1">
              <a:off x="6857694" y="3134324"/>
              <a:ext cx="1328611" cy="35845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4"/>
            </a:lnRef>
            <a:fillRef idx="0">
              <a:schemeClr val="accent4"/>
            </a:fillRef>
            <a:effectRef idx="0">
              <a:schemeClr val="accent4"/>
            </a:effectRef>
            <a:fontRef idx="minor">
              <a:schemeClr val="tx1"/>
            </a:fontRef>
          </p:style>
        </p:cxn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3D0DA51B-0847-7DA0-44F8-DC5FDDBF9D0A}"/>
                </a:ext>
              </a:extLst>
            </p:cNvPr>
            <p:cNvSpPr txBox="1"/>
            <p:nvPr/>
          </p:nvSpPr>
          <p:spPr>
            <a:xfrm>
              <a:off x="8096812" y="2258722"/>
              <a:ext cx="290831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dirty="0"/>
                <a:t>.</a:t>
              </a:r>
            </a:p>
            <a:p>
              <a:r>
                <a:rPr lang="en-US" sz="2400" dirty="0"/>
                <a:t>.</a:t>
              </a:r>
            </a:p>
            <a:p>
              <a:r>
                <a:rPr lang="en-US" sz="2400" dirty="0"/>
                <a:t>.</a:t>
              </a:r>
            </a:p>
          </p:txBody>
        </p: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94E441C2-D4D0-7019-B3DF-86ABB0A29905}"/>
                </a:ext>
              </a:extLst>
            </p:cNvPr>
            <p:cNvCxnSpPr>
              <a:cxnSpLocks/>
              <a:stCxn id="39" idx="3"/>
              <a:endCxn id="47" idx="1"/>
            </p:cNvCxnSpPr>
            <p:nvPr/>
          </p:nvCxnSpPr>
          <p:spPr>
            <a:xfrm flipV="1">
              <a:off x="3716339" y="3008971"/>
              <a:ext cx="1399112" cy="6606"/>
            </a:xfrm>
            <a:prstGeom prst="straightConnector1">
              <a:avLst/>
            </a:prstGeom>
            <a:ln w="19050"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E7D2D960-B020-E720-0B0B-4F9E513A3EC2}"/>
                </a:ext>
              </a:extLst>
            </p:cNvPr>
            <p:cNvSpPr txBox="1"/>
            <p:nvPr/>
          </p:nvSpPr>
          <p:spPr>
            <a:xfrm>
              <a:off x="3865580" y="3015577"/>
              <a:ext cx="1101601" cy="25407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Function Calls</a:t>
              </a:r>
            </a:p>
          </p:txBody>
        </p:sp>
        <p:sp>
          <p:nvSpPr>
            <p:cNvPr id="47" name="Rectangle: Rounded Corners 46">
              <a:extLst>
                <a:ext uri="{FF2B5EF4-FFF2-40B4-BE49-F238E27FC236}">
                  <a16:creationId xmlns:a16="http://schemas.microsoft.com/office/drawing/2014/main" id="{5490A7B6-0BE1-A21E-CED4-6D1F89B450D0}"/>
                </a:ext>
              </a:extLst>
            </p:cNvPr>
            <p:cNvSpPr/>
            <p:nvPr/>
          </p:nvSpPr>
          <p:spPr>
            <a:xfrm>
              <a:off x="5115450" y="2698174"/>
              <a:ext cx="1754760" cy="621594"/>
            </a:xfrm>
            <a:prstGeom prst="roundRect">
              <a:avLst/>
            </a:prstGeom>
            <a:ln w="19050">
              <a:solidFill>
                <a:schemeClr val="tx2"/>
              </a:solidFill>
            </a:ln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redis-py</a:t>
              </a:r>
            </a:p>
            <a:p>
              <a:pPr algn="ctr"/>
              <a:r>
                <a:rPr lang="en-US" dirty="0"/>
                <a:t>(Python Interface)</a:t>
              </a:r>
            </a:p>
          </p:txBody>
        </p:sp>
        <p:sp>
          <p:nvSpPr>
            <p:cNvPr id="33" name="Cylinder 32">
              <a:extLst>
                <a:ext uri="{FF2B5EF4-FFF2-40B4-BE49-F238E27FC236}">
                  <a16:creationId xmlns:a16="http://schemas.microsoft.com/office/drawing/2014/main" id="{9EC98BD7-6CF1-9C62-6F72-AEC870A0DF04}"/>
                </a:ext>
              </a:extLst>
            </p:cNvPr>
            <p:cNvSpPr/>
            <p:nvPr/>
          </p:nvSpPr>
          <p:spPr>
            <a:xfrm>
              <a:off x="7788972" y="3492781"/>
              <a:ext cx="794665" cy="735154"/>
            </a:xfrm>
            <a:prstGeom prst="can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sz="2000" dirty="0">
                  <a:solidFill>
                    <a:schemeClr val="tx1"/>
                  </a:solidFill>
                </a:rPr>
                <a:t>D</a:t>
              </a:r>
              <a:r>
                <a:rPr lang="en-US" sz="2000" baseline="-25000" dirty="0">
                  <a:solidFill>
                    <a:schemeClr val="tx1"/>
                  </a:solidFill>
                </a:rPr>
                <a:t>n</a:t>
              </a:r>
            </a:p>
          </p:txBody>
        </p:sp>
        <p:sp>
          <p:nvSpPr>
            <p:cNvPr id="32" name="Cylinder 31">
              <a:extLst>
                <a:ext uri="{FF2B5EF4-FFF2-40B4-BE49-F238E27FC236}">
                  <a16:creationId xmlns:a16="http://schemas.microsoft.com/office/drawing/2014/main" id="{8E352F1C-051C-62A0-590B-8F8519C59281}"/>
                </a:ext>
              </a:extLst>
            </p:cNvPr>
            <p:cNvSpPr/>
            <p:nvPr/>
          </p:nvSpPr>
          <p:spPr>
            <a:xfrm>
              <a:off x="7789679" y="1301526"/>
              <a:ext cx="794665" cy="735154"/>
            </a:xfrm>
            <a:prstGeom prst="can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sz="2000" dirty="0">
                  <a:solidFill>
                    <a:schemeClr val="tx1"/>
                  </a:solidFill>
                </a:rPr>
                <a:t>D</a:t>
              </a:r>
              <a:r>
                <a:rPr lang="en-US" sz="2000" baseline="-25000" dirty="0">
                  <a:solidFill>
                    <a:schemeClr val="tx1"/>
                  </a:solidFill>
                </a:rPr>
                <a:t>1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788520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31</Words>
  <Application>Microsoft Office PowerPoint</Application>
  <PresentationFormat>Widescreen</PresentationFormat>
  <Paragraphs>31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Ritesh Shrestha</dc:creator>
  <cp:lastModifiedBy>Ritesh Shrestha</cp:lastModifiedBy>
  <cp:revision>5</cp:revision>
  <dcterms:created xsi:type="dcterms:W3CDTF">2023-04-24T14:35:22Z</dcterms:created>
  <dcterms:modified xsi:type="dcterms:W3CDTF">2023-04-24T14:49:12Z</dcterms:modified>
</cp:coreProperties>
</file>