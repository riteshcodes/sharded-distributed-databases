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3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9AD68-2A45-3232-3A1A-C99D87711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58005-9BD0-A0E4-9324-683C2E395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6E857-723D-AF48-DDA3-98F1D9228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9FE29-BE5C-542C-9EBA-3F25DC64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6E3DC-5549-055C-FDF0-83F14083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A449-ACC1-C6BB-0973-DCDEFEBA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1F154-BD84-D5CF-4B01-57123E278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4B8D1-9906-F9AC-69FD-1CD04E04F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29314-CC6E-78FD-0035-9CFF323A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9A43E-5FDA-7442-9D65-607B350D1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9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6B9B-FA16-2BEE-89B0-B29D1D0C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790F8-7988-5B89-515F-4595A9C6D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5B1F3-A23D-485D-C358-114DCB30B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CB38D-D63A-B6C5-D358-B3247C4D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B19AA-14B9-1CD1-F2EB-53D42B78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2D47-C3FE-E347-4591-DFB8C797D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91DA5-7B01-546A-7C0E-3F50053B0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5672E-9838-19E9-6834-C1D485093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97043-EF51-B12F-B7A3-515F748F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71055-32BD-04C9-9C00-324A21E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216FB-0FA3-FCFA-A3DD-1DAF45C4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5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88BE8-647A-1427-E5DD-2199C266D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80152-BA4B-0D1F-AAB6-B8628500D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25B0C-D709-4302-DC11-750260E0E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8CA82A-2EDD-6FBA-5FB5-8DAEBA008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965E0-94BE-F4C0-FA5C-0B3AB52B67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AE54F-3E30-31C1-1766-ED02F88B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5A4353-D413-121A-5B20-D499576B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F6C93-A430-9771-963A-20774C2F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8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30AE-F08D-BFD7-3E76-38649183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0EF7E-73CA-209C-3631-8059562F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93BC66-58F1-0B06-D3EA-31BE1F4C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1D4B0-B534-8DCB-E14E-089C4FD8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27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5FE876-F5A2-A4AC-F743-217C1339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CA403-D97B-29A7-D09D-283C44BF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93B93-A47E-4D72-F503-94143CAB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4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CDF4D-6FF4-14BA-4EC7-16ED3CCA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9C57A-9A5E-3FC1-4830-0E8EF9070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2486C-D145-E9AF-897E-C191F712B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BD620-AE28-6221-D5AF-186B2CAE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1F864-43E9-9C6F-C309-143A16D4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206CE-4558-7B9F-E8D6-4957D0ECB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2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B6E1-A94B-F993-262A-68D85492A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8B6ADA-BCDB-0578-28B3-FD2092CCA2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0B1FF-CF78-61D2-F570-9A01BCC75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96F93-551C-E459-A184-E71D8AFD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11466-57B1-8E0C-18EB-B6C092753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FD8BD-8221-1807-41C0-ECA44F45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42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2C2F-94DD-4C26-EC92-3E4EA63F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389A0-4064-8A31-58B9-145F70550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ED158-3A14-7459-380D-9F52C68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E748A-07D4-E989-F161-82315902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78507-948C-E19A-AE7E-78242DC7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2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3E042C-9BCF-E46B-21CB-6FD455BF8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8DC73-6378-E1B7-35F0-9C622D0A1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99ADA-C791-5B66-54B2-4C8C624B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BF8FF-4F30-D0D9-3C2F-1980CB8CC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CA6B-233F-02D7-2AB7-2A394EBF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4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51E6EF-A076-5223-FE2E-5DC54AAFC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7D240-0706-8E28-1ECD-8F077CCFC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80B57-5779-531F-E6A6-F1C74B0FC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DCCB-7384-4CE2-AB46-ECBA13E5C231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97A63-E722-DFFB-CF5C-3C3C62D07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01BDE-3205-727E-9691-5895AAF7E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B6673-BC02-4259-AA07-31B5160C2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2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C6B4728-77F7-4C36-B499-AD7375E74685}"/>
              </a:ext>
            </a:extLst>
          </p:cNvPr>
          <p:cNvGrpSpPr/>
          <p:nvPr/>
        </p:nvGrpSpPr>
        <p:grpSpPr>
          <a:xfrm>
            <a:off x="999330" y="1159991"/>
            <a:ext cx="10193339" cy="4461214"/>
            <a:chOff x="683567" y="1304368"/>
            <a:chExt cx="7632847" cy="322329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85A141F-3480-CAC0-EA4A-7FF697A80FDD}"/>
                </a:ext>
              </a:extLst>
            </p:cNvPr>
            <p:cNvSpPr/>
            <p:nvPr/>
          </p:nvSpPr>
          <p:spPr>
            <a:xfrm>
              <a:off x="683567" y="2413719"/>
              <a:ext cx="7632847" cy="1049286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Middleware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25ECAB-4A16-F432-913A-71EEDAC46BE0}"/>
                </a:ext>
              </a:extLst>
            </p:cNvPr>
            <p:cNvSpPr/>
            <p:nvPr/>
          </p:nvSpPr>
          <p:spPr>
            <a:xfrm>
              <a:off x="827586" y="2608322"/>
              <a:ext cx="1070996" cy="4406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Service Listener</a:t>
              </a:r>
            </a:p>
          </p:txBody>
        </p:sp>
        <p:sp>
          <p:nvSpPr>
            <p:cNvPr id="6" name="Cylinder 5">
              <a:extLst>
                <a:ext uri="{FF2B5EF4-FFF2-40B4-BE49-F238E27FC236}">
                  <a16:creationId xmlns:a16="http://schemas.microsoft.com/office/drawing/2014/main" id="{B2DAB757-DF13-8B04-EB43-B2D9C50583B7}"/>
                </a:ext>
              </a:extLst>
            </p:cNvPr>
            <p:cNvSpPr/>
            <p:nvPr/>
          </p:nvSpPr>
          <p:spPr>
            <a:xfrm>
              <a:off x="3526924" y="3867894"/>
              <a:ext cx="715010" cy="659765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</a:t>
              </a:r>
              <a:r>
                <a:rPr lang="en-US" baseline="-25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Cylinder 6">
              <a:extLst>
                <a:ext uri="{FF2B5EF4-FFF2-40B4-BE49-F238E27FC236}">
                  <a16:creationId xmlns:a16="http://schemas.microsoft.com/office/drawing/2014/main" id="{80EB0389-2A3E-D404-CFE1-E1FD1DA3CFB5}"/>
                </a:ext>
              </a:extLst>
            </p:cNvPr>
            <p:cNvSpPr/>
            <p:nvPr/>
          </p:nvSpPr>
          <p:spPr>
            <a:xfrm>
              <a:off x="4743584" y="3867893"/>
              <a:ext cx="715010" cy="659765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</a:t>
              </a:r>
              <a:r>
                <a:rPr lang="en-US" baseline="-250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643F636A-E727-1811-5732-4574DCFF669A}"/>
                </a:ext>
              </a:extLst>
            </p:cNvPr>
            <p:cNvSpPr/>
            <p:nvPr/>
          </p:nvSpPr>
          <p:spPr>
            <a:xfrm>
              <a:off x="5960244" y="3867894"/>
              <a:ext cx="715010" cy="659765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r>
                <a:rPr lang="en-US" baseline="-2500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9" name="Cylinder 8">
              <a:extLst>
                <a:ext uri="{FF2B5EF4-FFF2-40B4-BE49-F238E27FC236}">
                  <a16:creationId xmlns:a16="http://schemas.microsoft.com/office/drawing/2014/main" id="{5FAE6AB8-69BA-5A4D-559B-9A22DAFC0EAD}"/>
                </a:ext>
              </a:extLst>
            </p:cNvPr>
            <p:cNvSpPr/>
            <p:nvPr/>
          </p:nvSpPr>
          <p:spPr>
            <a:xfrm>
              <a:off x="2310264" y="3867894"/>
              <a:ext cx="715010" cy="659765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</a:t>
              </a:r>
              <a:r>
                <a:rPr lang="en-US" baseline="-25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AF5A9B4-133A-1D86-CB7A-811FE01DA4FD}"/>
                </a:ext>
              </a:extLst>
            </p:cNvPr>
            <p:cNvSpPr/>
            <p:nvPr/>
          </p:nvSpPr>
          <p:spPr>
            <a:xfrm>
              <a:off x="6021066" y="2606973"/>
              <a:ext cx="2151329" cy="4320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a typeface="Calibri" panose="020F0502020204030204" pitchFamily="34" charset="0"/>
                  <a:cs typeface="Times New Roman" panose="02020603050405020304" pitchFamily="18" charset="0"/>
                </a:rPr>
                <a:t>Query/Request Routing and </a:t>
              </a: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Result Compilation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3AB1120-3E30-FA63-1755-DB10639CC1D8}"/>
                </a:ext>
              </a:extLst>
            </p:cNvPr>
            <p:cNvSpPr/>
            <p:nvPr/>
          </p:nvSpPr>
          <p:spPr>
            <a:xfrm>
              <a:off x="2134883" y="2606116"/>
              <a:ext cx="1272772" cy="43594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Shard Management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CAB1233-0751-BAE5-ED2C-3237FF118833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667769" y="3463005"/>
              <a:ext cx="0" cy="40488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11387D-C5BB-0CD6-0D48-10C77890C3CD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V="1">
              <a:off x="3884429" y="3463005"/>
              <a:ext cx="0" cy="40488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B925E71-DD43-2942-269E-350795FEEE3C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V="1">
              <a:off x="5101089" y="3463005"/>
              <a:ext cx="0" cy="404888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C52B313-4A6A-C461-DA78-6D7EA90BF9E1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V="1">
              <a:off x="6317749" y="3463005"/>
              <a:ext cx="0" cy="40488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6FA3A5-61C1-4542-622C-3814FF316EF2}"/>
                </a:ext>
              </a:extLst>
            </p:cNvPr>
            <p:cNvSpPr txBox="1"/>
            <p:nvPr/>
          </p:nvSpPr>
          <p:spPr>
            <a:xfrm>
              <a:off x="5533883" y="4260810"/>
              <a:ext cx="426361" cy="266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 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F0EA84-6B7A-ACD4-97EC-DA8F4D79E8FF}"/>
                </a:ext>
              </a:extLst>
            </p:cNvPr>
            <p:cNvSpPr txBox="1"/>
            <p:nvPr/>
          </p:nvSpPr>
          <p:spPr>
            <a:xfrm>
              <a:off x="3766004" y="1577653"/>
              <a:ext cx="1624315" cy="262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Clients/Applications</a:t>
              </a:r>
            </a:p>
          </p:txBody>
        </p:sp>
        <p:pic>
          <p:nvPicPr>
            <p:cNvPr id="18" name="Graphic 17" descr="Users outline">
              <a:extLst>
                <a:ext uri="{FF2B5EF4-FFF2-40B4-BE49-F238E27FC236}">
                  <a16:creationId xmlns:a16="http://schemas.microsoft.com/office/drawing/2014/main" id="{01BC2CFB-3503-C4C3-3F13-F0AFF3668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77181" y="1304368"/>
              <a:ext cx="914400" cy="914400"/>
            </a:xfrm>
            <a:prstGeom prst="rect">
              <a:avLst/>
            </a:prstGeom>
          </p:spPr>
        </p:pic>
        <p:pic>
          <p:nvPicPr>
            <p:cNvPr id="19" name="Graphic 18" descr="Users outline">
              <a:extLst>
                <a:ext uri="{FF2B5EF4-FFF2-40B4-BE49-F238E27FC236}">
                  <a16:creationId xmlns:a16="http://schemas.microsoft.com/office/drawing/2014/main" id="{7F0F0910-33AB-ECCC-F0F6-8CFF9F7DB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46628" y="1304368"/>
              <a:ext cx="914400" cy="914400"/>
            </a:xfrm>
            <a:prstGeom prst="rect">
              <a:avLst/>
            </a:prstGeom>
          </p:spPr>
        </p:pic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9D39C0A-9026-22D4-A4DE-6A7F27FB08F6}"/>
                </a:ext>
              </a:extLst>
            </p:cNvPr>
            <p:cNvCxnSpPr>
              <a:cxnSpLocks/>
            </p:cNvCxnSpPr>
            <p:nvPr/>
          </p:nvCxnSpPr>
          <p:spPr>
            <a:xfrm>
              <a:off x="3003828" y="2130815"/>
              <a:ext cx="0" cy="29691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89C8DD8-6DA9-1481-2C7C-D64E8D039F4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H="1" flipV="1">
              <a:off x="4492759" y="1995686"/>
              <a:ext cx="7232" cy="41803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ACBECC0-B1FD-CDEF-8E14-E5AACEC18E3C}"/>
                </a:ext>
              </a:extLst>
            </p:cNvPr>
            <p:cNvCxnSpPr>
              <a:cxnSpLocks/>
            </p:cNvCxnSpPr>
            <p:nvPr/>
          </p:nvCxnSpPr>
          <p:spPr>
            <a:xfrm>
              <a:off x="6134381" y="2130815"/>
              <a:ext cx="0" cy="29691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899E0D8-1190-29CD-F4B4-BA691F33B9A8}"/>
                </a:ext>
              </a:extLst>
            </p:cNvPr>
            <p:cNvSpPr txBox="1"/>
            <p:nvPr/>
          </p:nvSpPr>
          <p:spPr>
            <a:xfrm>
              <a:off x="5078184" y="19893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592D4A0-BFC3-23E8-E9CF-D99C11AFE0CD}"/>
                </a:ext>
              </a:extLst>
            </p:cNvPr>
            <p:cNvSpPr txBox="1"/>
            <p:nvPr/>
          </p:nvSpPr>
          <p:spPr>
            <a:xfrm>
              <a:off x="3499068" y="199568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C7C0A9-5D97-D0CE-BBF9-8F1F00109002}"/>
                </a:ext>
              </a:extLst>
            </p:cNvPr>
            <p:cNvSpPr txBox="1"/>
            <p:nvPr/>
          </p:nvSpPr>
          <p:spPr>
            <a:xfrm>
              <a:off x="6781917" y="4158326"/>
              <a:ext cx="12875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Databases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1346B8B-1CF7-25E2-69C2-5376C1590FF2}"/>
                </a:ext>
              </a:extLst>
            </p:cNvPr>
            <p:cNvSpPr/>
            <p:nvPr/>
          </p:nvSpPr>
          <p:spPr>
            <a:xfrm>
              <a:off x="3643956" y="2603080"/>
              <a:ext cx="2151330" cy="43594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Databas</a:t>
              </a:r>
              <a:r>
                <a:rPr lang="en-US" sz="1200" dirty="0">
                  <a:ea typeface="Calibri" panose="020F0502020204030204" pitchFamily="34" charset="0"/>
                  <a:cs typeface="Times New Roman" panose="02020603050405020304" pitchFamily="18" charset="0"/>
                </a:rPr>
                <a:t>e Communication</a:t>
              </a: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Interface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088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7</cp:revision>
  <dcterms:created xsi:type="dcterms:W3CDTF">2023-04-24T13:42:27Z</dcterms:created>
  <dcterms:modified xsi:type="dcterms:W3CDTF">2023-04-24T18:52:39Z</dcterms:modified>
</cp:coreProperties>
</file>