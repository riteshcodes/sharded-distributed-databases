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>
        <p:scale>
          <a:sx n="250" d="100"/>
          <a:sy n="250" d="100"/>
        </p:scale>
        <p:origin x="-3228" y="-1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AE0C-B0AC-7E06-A873-EE54C5B8C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90B1E-6D1F-A65B-834C-0C9F08B46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BF66-0F01-72FA-8700-3E8B8752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3F962-8F27-F2C1-5354-7B70141A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A209E-E9A4-691C-598D-BE98941F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6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BBE8-E2F5-E1B1-A29F-E9600BFC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39754-3823-810D-C04F-7F356FEC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050F5-EB8F-948C-1FA1-57EA3156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8F0CD-44B4-3B37-6ABA-C7804102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4E66B-707B-FB64-82FC-52CD8C6C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6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4B2C-00C9-F25E-0253-035221EE7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7AF3A-4807-CC66-585C-EECB170F1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F8F6F-BAE6-B3B0-18B2-C7B8B4CA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FDB74-BDA5-0C88-5324-12B2A238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00E72-201B-2088-69D7-AA6A9259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4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FF50-C5BB-C787-799C-1C45CCFA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903E5-ADC0-2649-4A70-D2706FE61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F7A36-A5EB-1334-AAC7-09C81E39E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B8A1E-D948-FE65-B143-237925EF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75853-3188-3693-3F9C-13684FD2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920C7-0B4D-4490-6FAD-45D0D9F3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9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F251-D253-ED4D-7F9B-B23CDE1C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9DC45-B4B3-EE45-90D5-3FADC1699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E56FF-33E6-E0BA-CCB3-334B8B6BD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808E5-953E-3F71-B0A2-230C7E872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DBA3A-3455-8594-4B40-A16A70E29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33388-3967-96DC-F0EA-38FCB2B3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C104E-D416-96DE-D4CE-10B37A45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DBA31-55E7-EF9E-E0CF-937263AB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9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984C-8148-1431-DD32-00A2A8C2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72073-5975-4AE0-52B9-E9632007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189E2-5802-EA5F-402A-F6D679B9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C6885-32C9-7246-BC94-FBB2B0B0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8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F34ED-B07D-E6BD-9670-8EB1719B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BAC77-FBE3-1C5A-9D1F-CFD2AA99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5F360-3436-0F0D-9C09-BDBB156A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C8F7-C6DC-0C88-6E1B-6CBD9125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6E9AE-6D2B-E405-56EC-0E9089E87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A0F9D-50EC-F4C0-6CD0-E1CF09C0D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5D46B-8EAF-AE07-53A1-B45D6087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16DEF-48A0-36E1-D148-83D3B472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B15AB-BDB9-0A77-B547-0B28E8C0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9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F014-BC86-323E-46B2-C1C0025C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88BE3-94D3-C50A-CE66-D19A23314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B473B-6277-C549-D9AC-9B2753958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C7FE1-7327-48B1-6444-C44E6705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3832A-0006-B444-1E4E-44318AC57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59F60-5B90-52AC-847D-D90833E5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7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3BA2-4FCB-ADCE-CF04-CCC6FACD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B9BC2-0C0B-D71C-CC09-BD40BC4E5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01123-247C-0494-19BB-C32BF340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5BBD5-94D1-6EDF-5045-E3C0FEFF8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4550-9ADB-273A-8B74-401C7503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3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EE2213-EC21-2A5B-73B4-F007C7506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55F15-FB3E-8F18-EE92-27F2A9E69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E2F5E-9B3B-73FC-7063-32E66719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443D7-E31D-A64D-91F0-2DB01A6F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E533A-C961-0C7F-7929-39C9E20A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7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B1351-9F36-7D52-69DD-D913B7E3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CBA16-A394-E71C-4F70-FE2BF6EFB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51C62-352C-1694-89C0-C73108284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2D23E-C785-4400-BF14-6D54ACB5D23F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F8A0-9396-328B-5870-4753BBFE1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29615-1E22-67B1-DAA4-C5B4A87CB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6F79E-AB07-4728-A748-4B323B58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4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04773B2-6F93-4896-9EA1-F690E9EB3808}"/>
              </a:ext>
            </a:extLst>
          </p:cNvPr>
          <p:cNvCxnSpPr>
            <a:cxnSpLocks/>
          </p:cNvCxnSpPr>
          <p:nvPr/>
        </p:nvCxnSpPr>
        <p:spPr>
          <a:xfrm>
            <a:off x="4502975" y="3275458"/>
            <a:ext cx="0" cy="1994374"/>
          </a:xfrm>
          <a:prstGeom prst="line">
            <a:avLst/>
          </a:prstGeom>
          <a:ln w="19050" cap="flat" cmpd="sng" algn="ctr">
            <a:solidFill>
              <a:schemeClr val="accent6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6959D9-99C0-2F34-CFCC-F51626979C47}"/>
              </a:ext>
            </a:extLst>
          </p:cNvPr>
          <p:cNvGrpSpPr/>
          <p:nvPr/>
        </p:nvGrpSpPr>
        <p:grpSpPr>
          <a:xfrm>
            <a:off x="2909855" y="1290345"/>
            <a:ext cx="6372290" cy="2357784"/>
            <a:chOff x="1399431" y="1781440"/>
            <a:chExt cx="5657985" cy="1930735"/>
          </a:xfrm>
        </p:grpSpPr>
        <p:sp>
          <p:nvSpPr>
            <p:cNvPr id="42" name="Cylinder 41">
              <a:extLst>
                <a:ext uri="{FF2B5EF4-FFF2-40B4-BE49-F238E27FC236}">
                  <a16:creationId xmlns:a16="http://schemas.microsoft.com/office/drawing/2014/main" id="{0FD83A86-D875-557A-FCB5-BCE400E67C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6677" y="1781440"/>
              <a:ext cx="1930739" cy="1930735"/>
            </a:xfrm>
            <a:prstGeom prst="can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Database</a:t>
              </a:r>
              <a:endParaRPr lang="en-US" sz="32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C35893C-BE85-3ED5-2154-5688CA1CCA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9431" y="2064459"/>
              <a:ext cx="1410303" cy="1342545"/>
            </a:xfrm>
            <a:prstGeom prst="rect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Client</a:t>
              </a:r>
              <a:endParaRPr lang="en-US" sz="3200" dirty="0"/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7162AFD1-726E-B6EE-6860-10D11448F30B}"/>
                </a:ext>
              </a:extLst>
            </p:cNvPr>
            <p:cNvGrpSpPr/>
            <p:nvPr/>
          </p:nvGrpSpPr>
          <p:grpSpPr>
            <a:xfrm>
              <a:off x="2815912" y="2217271"/>
              <a:ext cx="2304064" cy="369332"/>
              <a:chOff x="1701757" y="2073893"/>
              <a:chExt cx="1673707" cy="369332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1862DCCC-6E6E-B596-745B-DF5E44C4E0E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1701757" y="2435918"/>
                <a:ext cx="1673707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792E519-8A3A-25D6-5CB3-7738CC603F2B}"/>
                  </a:ext>
                </a:extLst>
              </p:cNvPr>
              <p:cNvSpPr txBox="1"/>
              <p:nvPr/>
            </p:nvSpPr>
            <p:spPr>
              <a:xfrm>
                <a:off x="2204495" y="2073893"/>
                <a:ext cx="944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Request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05E7F9FC-AD9F-FE96-1CFE-8E0EFEF72549}"/>
                </a:ext>
              </a:extLst>
            </p:cNvPr>
            <p:cNvGrpSpPr/>
            <p:nvPr/>
          </p:nvGrpSpPr>
          <p:grpSpPr>
            <a:xfrm>
              <a:off x="2815912" y="2658787"/>
              <a:ext cx="2302455" cy="369332"/>
              <a:chOff x="1062526" y="2073893"/>
              <a:chExt cx="1700906" cy="369332"/>
            </a:xfrm>
          </p:grpSpPr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9B640F5C-ED55-FBB0-8906-23AA25F77DEF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1062526" y="2435918"/>
                <a:ext cx="1700906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1FC0DCE-26EE-6243-85E5-5E40EDBF18ED}"/>
                  </a:ext>
                </a:extLst>
              </p:cNvPr>
              <p:cNvSpPr txBox="1"/>
              <p:nvPr/>
            </p:nvSpPr>
            <p:spPr>
              <a:xfrm>
                <a:off x="1570282" y="2073893"/>
                <a:ext cx="10815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Response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3D8FA6E-A1EA-E8D8-6E61-33C29E87C11F}"/>
              </a:ext>
            </a:extLst>
          </p:cNvPr>
          <p:cNvGrpSpPr/>
          <p:nvPr/>
        </p:nvGrpSpPr>
        <p:grpSpPr>
          <a:xfrm>
            <a:off x="4492140" y="3144913"/>
            <a:ext cx="2633969" cy="707687"/>
            <a:chOff x="3225518" y="5683223"/>
            <a:chExt cx="6083995" cy="668195"/>
          </a:xfrm>
        </p:grpSpPr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5B85EE41-6F7F-C0A2-4A0F-0FD99D3478DA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6579B052-4A94-D5A1-A565-A0380576C4C4}"/>
                </a:ext>
              </a:extLst>
            </p:cNvPr>
            <p:cNvSpPr txBox="1"/>
            <p:nvPr/>
          </p:nvSpPr>
          <p:spPr>
            <a:xfrm>
              <a:off x="3937026" y="5683223"/>
              <a:ext cx="4544484" cy="6102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Client-to-Database</a:t>
              </a:r>
            </a:p>
            <a:p>
              <a:pPr algn="ctr"/>
              <a:r>
                <a:rPr lang="en-US" dirty="0"/>
                <a:t>Round-trip Latency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1309305-0518-573D-CD04-3CFA92371C61}"/>
              </a:ext>
            </a:extLst>
          </p:cNvPr>
          <p:cNvGrpSpPr/>
          <p:nvPr/>
        </p:nvGrpSpPr>
        <p:grpSpPr>
          <a:xfrm>
            <a:off x="4512986" y="4536674"/>
            <a:ext cx="4777954" cy="380327"/>
            <a:chOff x="1807104" y="5649770"/>
            <a:chExt cx="8140731" cy="380327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BC597711-1560-7973-681D-FD1C3FE9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7104" y="6008108"/>
              <a:ext cx="8140731" cy="21989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F030BF3-FD61-98E8-72AA-868C08F1DC5F}"/>
                </a:ext>
              </a:extLst>
            </p:cNvPr>
            <p:cNvSpPr txBox="1"/>
            <p:nvPr/>
          </p:nvSpPr>
          <p:spPr>
            <a:xfrm>
              <a:off x="4260403" y="5649770"/>
              <a:ext cx="2103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Response Time</a:t>
              </a:r>
            </a:p>
          </p:txBody>
        </p:sp>
      </p:grp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4938E0A-72F0-803B-9007-930E3FF3DF39}"/>
              </a:ext>
            </a:extLst>
          </p:cNvPr>
          <p:cNvCxnSpPr>
            <a:cxnSpLocks/>
          </p:cNvCxnSpPr>
          <p:nvPr/>
        </p:nvCxnSpPr>
        <p:spPr>
          <a:xfrm>
            <a:off x="9282145" y="3429000"/>
            <a:ext cx="0" cy="17746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02A56-0988-A3E5-2045-59165472C1B8}"/>
              </a:ext>
            </a:extLst>
          </p:cNvPr>
          <p:cNvGrpSpPr/>
          <p:nvPr/>
        </p:nvGrpSpPr>
        <p:grpSpPr>
          <a:xfrm>
            <a:off x="7116452" y="3723061"/>
            <a:ext cx="2174488" cy="668450"/>
            <a:chOff x="-621078" y="5716545"/>
            <a:chExt cx="10868544" cy="66845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A86BE6-3A6D-0E10-F3D2-6983E617F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1078" y="6357445"/>
              <a:ext cx="10868544" cy="2755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4515F6-A185-A79A-CBC7-1FE229486569}"/>
                </a:ext>
              </a:extLst>
            </p:cNvPr>
            <p:cNvSpPr txBox="1"/>
            <p:nvPr/>
          </p:nvSpPr>
          <p:spPr>
            <a:xfrm>
              <a:off x="474794" y="5716545"/>
              <a:ext cx="87402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</a:t>
              </a:r>
            </a:p>
            <a:p>
              <a:pPr algn="ctr"/>
              <a:r>
                <a:rPr lang="en-US" dirty="0"/>
                <a:t> Processing Time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EE629A-640E-DC13-A14C-3854D7ADB6C0}"/>
              </a:ext>
            </a:extLst>
          </p:cNvPr>
          <p:cNvCxnSpPr>
            <a:cxnSpLocks/>
          </p:cNvCxnSpPr>
          <p:nvPr/>
        </p:nvCxnSpPr>
        <p:spPr>
          <a:xfrm>
            <a:off x="7112333" y="3429000"/>
            <a:ext cx="0" cy="100051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726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4</cp:revision>
  <dcterms:created xsi:type="dcterms:W3CDTF">2023-04-20T14:19:48Z</dcterms:created>
  <dcterms:modified xsi:type="dcterms:W3CDTF">2023-04-20T14:31:25Z</dcterms:modified>
</cp:coreProperties>
</file>