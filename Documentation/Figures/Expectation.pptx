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(RPS)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M:1</c:v>
                </c:pt>
                <c:pt idx="1">
                  <c:v>M:2</c:v>
                </c:pt>
                <c:pt idx="2">
                  <c:v>M:4</c:v>
                </c:pt>
                <c:pt idx="3">
                  <c:v>M:6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28-42D4-9E67-2920607478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M:1</c:v>
                </c:pt>
                <c:pt idx="1">
                  <c:v>M:2</c:v>
                </c:pt>
                <c:pt idx="2">
                  <c:v>M:4</c:v>
                </c:pt>
                <c:pt idx="3">
                  <c:v>M:6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28-42D4-9E67-292060747874}"/>
            </c:ext>
          </c:extLst>
        </c:ser>
        <c:dLbls>
          <c:dLblPos val="t"/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21829439"/>
        <c:axId val="1721829919"/>
      </c:lineChart>
      <c:catAx>
        <c:axId val="1721829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1829919"/>
        <c:crosses val="autoZero"/>
        <c:auto val="1"/>
        <c:lblAlgn val="ctr"/>
        <c:lblOffset val="100"/>
        <c:noMultiLvlLbl val="0"/>
      </c:catAx>
      <c:valAx>
        <c:axId val="1721829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1829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6487-A6A0-ABB2-A0C6-5A91C6E72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64DEC-2A28-E1F4-FE33-BD85E42F0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D1CDA-9DAD-B3B1-515F-8C890F63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3E764-257C-B7ED-FCEB-8736C931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4161A-DC35-A03B-C5E2-35AADE3E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67E8-8C5A-992A-BD4D-4BEFEF049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EB179-646A-2614-081E-189F6E2D9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6CABD-9971-8DC0-EF70-1D89A158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1F3AD-F118-FC4C-6719-8FFC7D93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016AF-4BBF-B408-62AB-A1657214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7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6F19-9648-665D-CB6E-C70BD265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7E849-9BD4-F279-F78A-357845C27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43544-2188-6447-660B-B92C1F61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47A18-4946-2676-3AC0-7DC128F5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EF293-40B0-1641-F62E-2E54D806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56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23C8-7E31-3EB4-072F-05293064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CD9A7-5A79-2CE7-F59E-629E1F6BA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201F5-2792-1932-20A8-2F0AC310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CA7DA-797E-B72A-2A91-6050D5FB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6ED93-1FEC-AE8F-6144-BFCD1E1B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66EDA-D848-371B-3D8C-B6A9316B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6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06CB-2230-0DE3-9EC4-EDF2072B8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5D9AE-1F10-D48F-8EFE-EDC7A6631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3D69D-9A18-9D19-1DE0-C17D276D9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A232E-1A1B-02EC-6740-6ADBBB5AA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DD64E-8036-8D39-5456-D5446C140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6F718B-80EA-D531-BFE9-0E2B7D140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65114-6D4B-2405-2A4B-0945C0F4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5C46A-C799-4C54-1589-97F00CD6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32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6E5E-1609-F6BA-6652-0CA8E800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6B7F5-A26B-989A-62F3-B5CB0DA5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14C83-357E-A88C-462C-9BEF5FEC5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FAE30-A84D-C0D8-838F-62B6B926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3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20DCB-C60B-2517-BED5-3C6C93E8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817EF-75A9-2BE9-62B8-84F6F22C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118B9-CFDF-8CEE-FD23-E27DA535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97E1-2128-CF4A-9E1E-D3AEB336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21A5-D891-C97A-B23F-CB009F4CE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429AC-6D63-0F5A-12AC-7A05F4617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4A7AA-A96B-B710-93A8-2F249605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42E33-3663-46B8-5EF6-E0B37252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107AE-C4CD-9A37-A7AA-A6C4B8A3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1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CF41-9404-E33C-05C9-7391B729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013D5-6FC5-B32E-4C1E-22416C590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706AD-1679-B481-D135-55F3B64E5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C2140-3643-7D74-700A-160C2EF2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C166E-6147-6D7F-8694-FD9CD459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A1A5A-C8C8-F952-7A0C-A8801DEA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2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816E-FAF1-37B0-BE3C-710C0AEC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C0920-2F27-88C9-B007-F55979921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74ED6-AF74-B67B-8E44-CF4C66CD0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6502B-4AA8-A965-700E-C9444F67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8AFE6-1303-DA5D-72D7-66C350FE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8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D8DC7-4BDC-B927-94DF-159057255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BAE29-628F-4809-B349-71A144FF8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7F36C-7AF8-E6D9-02D3-F4C34DF6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C6B9F-AEBA-36EB-14CD-80277E74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DAAE-F174-8CF4-5DF1-CB454632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5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8D081-46E7-590A-0B83-0E471BC3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9C878-3596-BB35-2567-2623005F9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6A453-F6A3-C0CA-D538-504DAD732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007A7-52D7-46A0-A65A-0B8D7235713C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76E73-B17A-541D-2D49-6F0046B24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5FC7B-8D57-3126-F0F0-422216867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DE63A-4EEC-4644-ACF1-27B8F1918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4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80ACC6B-7B1B-3101-CF1A-3C7BF68481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941341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45787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1</cp:revision>
  <dcterms:created xsi:type="dcterms:W3CDTF">2023-04-13T16:14:40Z</dcterms:created>
  <dcterms:modified xsi:type="dcterms:W3CDTF">2023-04-13T16:24:13Z</dcterms:modified>
</cp:coreProperties>
</file>