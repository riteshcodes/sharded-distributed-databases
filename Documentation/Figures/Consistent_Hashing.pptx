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B6F6-DA54-1FEC-E6EB-E17621F43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7C74F-441F-4BA9-C606-99BD8EF80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C9572-132B-D5E9-6889-E99266BF2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81A3E-38C3-E95E-D3E0-0284D7E8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7BD60-F9C3-D114-2D2D-52F3D8BB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37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C3E8-6B6F-5D0D-ADF2-C7731E67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BD190-F8F4-E66A-5246-8F6345A05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2AC47-A8B6-1B86-2E1F-E0D3B92E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8029-3D9D-3C9E-DC44-A6085AD9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44A8A-02B6-69C7-4269-573F43E3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9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3F09-95B5-8CDF-D46E-EF8E7C4D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6F3E6-D8FC-1B72-56AA-5705C11B9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DD5FF-86B5-0FD4-A3E8-10FA1F0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60D9A-1DC1-0C8F-C2F7-EF9489DC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0DA47-4B73-1FC9-094C-218FBB78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5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F136-DD61-E5C5-78D5-FD27C98E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5A9A4-7E8C-E057-B8C0-F273A1AFA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9A57C-1C72-28B5-722C-831128EA7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58215-51A9-59D9-A1C4-8C1C53BC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E73A-DA95-74D9-20E7-EE3ACAB8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CD995-8B08-BC36-45D2-D66D1EA5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35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1DD4-6FAA-EE39-769D-212C51E9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9DD58-1A11-5F16-AD1B-7314C7201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2F88D-BD7F-1CB1-9351-784F9B733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256BCE-12E0-AB68-9759-EE7D24147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665E51-B44C-64B2-70CF-F3FD6919C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FE5223-EEAC-D41E-D80A-FA6DDEEE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A49873-54A9-7694-4CB0-04277F2B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E6140-670D-1842-99AB-681B28E5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94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CB40-F576-3442-EAC3-B883B8406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A29A7-E8F6-9DF8-771E-B66C2251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4EC5E-27C8-5E98-7A9A-AB51513B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C4F46-E78D-B85F-A82C-8367E91F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AEC6A-5021-7B9C-2F41-CF4A6506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B45C4-831B-8C92-3DA2-EBFA964AF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CF14-7CE9-8723-8ED1-89262CBC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29EB-4968-4697-CB29-C1BD2090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74016-1BE7-4630-1C2B-49370ECF1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2FB55-8574-DBDF-7ED5-94041C700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0159C-768A-161D-CA88-65C38308B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4895B-B801-8B56-247C-201F2AF1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D0893-5269-1051-3531-0A26611D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8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77CC-D479-139F-E6C2-ADC4C2C8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648EAA-3D5C-B78C-4B94-1D1C1CB75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455D8-73BE-11E2-A616-60CEE65CA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EAA67-52A0-AE5A-7CBB-7C0DC63F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8784-DB9B-9311-9252-0CAE4700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040EB-73E2-3A90-5F66-4B8B813CC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6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CD22-2FF6-3CBC-9269-E96B5D9D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BED4F-0466-010D-4F50-E4EE37A60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B6A6C-AEF6-99A2-0EDE-89C5DEA5B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1B8A8-AA5E-0003-F57C-45ACC934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243C3-9CB6-270F-D317-1791F6D5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67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A1D2C7-2C75-4348-C97B-5FBC6DA76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CEE11-7E59-E354-5EA3-95A17C1DE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FC462-8A6A-829F-7705-2B3F02CC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891FD-A2C7-580C-825C-128B01E9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4FDD4-318F-CF4F-BE51-D3BC9605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2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E5E75-BE8B-826C-8AF9-6DCE0056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2100D-9192-DDFA-8B65-D0E342FCE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D813A-FEE8-B74F-5DE9-4C7621624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23452-6CA4-4ED6-9F3F-F00F21910B44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2866B-E5C5-8FB5-D8E8-B98219AED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EC7B6-1090-9A31-AC45-C29FB11B9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B7267-0765-4499-93BC-F4A22830C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0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FB59A739-E713-623F-E2D0-520E3C404037}"/>
              </a:ext>
            </a:extLst>
          </p:cNvPr>
          <p:cNvGrpSpPr/>
          <p:nvPr/>
        </p:nvGrpSpPr>
        <p:grpSpPr>
          <a:xfrm>
            <a:off x="2893926" y="203002"/>
            <a:ext cx="6392117" cy="6403869"/>
            <a:chOff x="2893926" y="227065"/>
            <a:chExt cx="6392117" cy="640386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A6E237F-3A5D-DE9E-5F0B-8AD46018C3BC}"/>
                </a:ext>
              </a:extLst>
            </p:cNvPr>
            <p:cNvGrpSpPr/>
            <p:nvPr/>
          </p:nvGrpSpPr>
          <p:grpSpPr>
            <a:xfrm>
              <a:off x="2893926" y="227065"/>
              <a:ext cx="6392117" cy="6403869"/>
              <a:chOff x="335340" y="1109854"/>
              <a:chExt cx="3449532" cy="3455874"/>
            </a:xfrm>
          </p:grpSpPr>
          <p:grpSp>
            <p:nvGrpSpPr>
              <p:cNvPr id="19" name="Google Shape;2586;p99">
                <a:extLst>
                  <a:ext uri="{FF2B5EF4-FFF2-40B4-BE49-F238E27FC236}">
                    <a16:creationId xmlns:a16="http://schemas.microsoft.com/office/drawing/2014/main" id="{D77630F0-0D49-61A4-0EB9-543084D11F49}"/>
                  </a:ext>
                </a:extLst>
              </p:cNvPr>
              <p:cNvGrpSpPr/>
              <p:nvPr/>
            </p:nvGrpSpPr>
            <p:grpSpPr>
              <a:xfrm>
                <a:off x="335340" y="1109854"/>
                <a:ext cx="3449532" cy="3455874"/>
                <a:chOff x="3334516" y="2410051"/>
                <a:chExt cx="3910591" cy="3872996"/>
              </a:xfrm>
            </p:grpSpPr>
            <p:sp>
              <p:nvSpPr>
                <p:cNvPr id="20" name="Google Shape;2587;p99">
                  <a:extLst>
                    <a:ext uri="{FF2B5EF4-FFF2-40B4-BE49-F238E27FC236}">
                      <a16:creationId xmlns:a16="http://schemas.microsoft.com/office/drawing/2014/main" id="{2CC13199-0502-5977-48FD-3F3822CAC330}"/>
                    </a:ext>
                  </a:extLst>
                </p:cNvPr>
                <p:cNvSpPr/>
                <p:nvPr/>
              </p:nvSpPr>
              <p:spPr>
                <a:xfrm>
                  <a:off x="5292203" y="3380321"/>
                  <a:ext cx="1952904" cy="193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173" extrusionOk="0">
                      <a:moveTo>
                        <a:pt x="150" y="173"/>
                      </a:moveTo>
                      <a:cubicBezTo>
                        <a:pt x="165" y="147"/>
                        <a:pt x="174" y="117"/>
                        <a:pt x="174" y="87"/>
                      </a:cubicBezTo>
                      <a:cubicBezTo>
                        <a:pt x="174" y="56"/>
                        <a:pt x="165" y="26"/>
                        <a:pt x="150" y="0"/>
                      </a:cubicBezTo>
                      <a:lnTo>
                        <a:pt x="0" y="87"/>
                      </a:lnTo>
                      <a:lnTo>
                        <a:pt x="150" y="17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588;p99">
                  <a:extLst>
                    <a:ext uri="{FF2B5EF4-FFF2-40B4-BE49-F238E27FC236}">
                      <a16:creationId xmlns:a16="http://schemas.microsoft.com/office/drawing/2014/main" id="{570B0646-4BE4-DFE3-E468-08431DFBC407}"/>
                    </a:ext>
                  </a:extLst>
                </p:cNvPr>
                <p:cNvSpPr/>
                <p:nvPr/>
              </p:nvSpPr>
              <p:spPr>
                <a:xfrm>
                  <a:off x="5295883" y="2410051"/>
                  <a:ext cx="1683748" cy="1942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74" extrusionOk="0">
                      <a:moveTo>
                        <a:pt x="150" y="87"/>
                      </a:moveTo>
                      <a:cubicBezTo>
                        <a:pt x="119" y="33"/>
                        <a:pt x="62" y="0"/>
                        <a:pt x="0" y="0"/>
                      </a:cubicBezTo>
                      <a:lnTo>
                        <a:pt x="0" y="174"/>
                      </a:lnTo>
                      <a:lnTo>
                        <a:pt x="150" y="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 dirty="0">
                    <a:solidFill>
                      <a:schemeClr val="lt2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" name="Google Shape;2589;p99">
                  <a:extLst>
                    <a:ext uri="{FF2B5EF4-FFF2-40B4-BE49-F238E27FC236}">
                      <a16:creationId xmlns:a16="http://schemas.microsoft.com/office/drawing/2014/main" id="{E4CEC4C7-F9F9-836F-3D1E-989CC13D3AF8}"/>
                    </a:ext>
                  </a:extLst>
                </p:cNvPr>
                <p:cNvSpPr/>
                <p:nvPr/>
              </p:nvSpPr>
              <p:spPr>
                <a:xfrm>
                  <a:off x="5299563" y="4352613"/>
                  <a:ext cx="1683748" cy="1930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73" extrusionOk="0">
                      <a:moveTo>
                        <a:pt x="0" y="173"/>
                      </a:moveTo>
                      <a:cubicBezTo>
                        <a:pt x="62" y="173"/>
                        <a:pt x="119" y="140"/>
                        <a:pt x="150" y="86"/>
                      </a:cubicBezTo>
                      <a:lnTo>
                        <a:pt x="0" y="0"/>
                      </a:lnTo>
                      <a:lnTo>
                        <a:pt x="0" y="17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" name="Google Shape;2590;p99">
                  <a:extLst>
                    <a:ext uri="{FF2B5EF4-FFF2-40B4-BE49-F238E27FC236}">
                      <a16:creationId xmlns:a16="http://schemas.microsoft.com/office/drawing/2014/main" id="{06022CC7-3145-90D8-BC8B-5F6D7AA6C5DA}"/>
                    </a:ext>
                  </a:extLst>
                </p:cNvPr>
                <p:cNvSpPr/>
                <p:nvPr/>
              </p:nvSpPr>
              <p:spPr>
                <a:xfrm>
                  <a:off x="3603673" y="4352613"/>
                  <a:ext cx="1695890" cy="1930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173" extrusionOk="0">
                      <a:moveTo>
                        <a:pt x="0" y="86"/>
                      </a:moveTo>
                      <a:cubicBezTo>
                        <a:pt x="31" y="140"/>
                        <a:pt x="88" y="173"/>
                        <a:pt x="151" y="173"/>
                      </a:cubicBezTo>
                      <a:lnTo>
                        <a:pt x="151" y="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591;p99">
                  <a:extLst>
                    <a:ext uri="{FF2B5EF4-FFF2-40B4-BE49-F238E27FC236}">
                      <a16:creationId xmlns:a16="http://schemas.microsoft.com/office/drawing/2014/main" id="{D866705D-C074-126F-FB17-9C3DE4380732}"/>
                    </a:ext>
                  </a:extLst>
                </p:cNvPr>
                <p:cNvSpPr/>
                <p:nvPr/>
              </p:nvSpPr>
              <p:spPr>
                <a:xfrm>
                  <a:off x="3334516" y="3380321"/>
                  <a:ext cx="1965047" cy="193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" h="173" extrusionOk="0">
                      <a:moveTo>
                        <a:pt x="24" y="0"/>
                      </a:moveTo>
                      <a:cubicBezTo>
                        <a:pt x="9" y="26"/>
                        <a:pt x="1" y="56"/>
                        <a:pt x="1" y="86"/>
                      </a:cubicBezTo>
                      <a:cubicBezTo>
                        <a:pt x="0" y="117"/>
                        <a:pt x="9" y="147"/>
                        <a:pt x="24" y="173"/>
                      </a:cubicBezTo>
                      <a:lnTo>
                        <a:pt x="175" y="87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92;p99">
                  <a:extLst>
                    <a:ext uri="{FF2B5EF4-FFF2-40B4-BE49-F238E27FC236}">
                      <a16:creationId xmlns:a16="http://schemas.microsoft.com/office/drawing/2014/main" id="{1C769656-5143-1A12-3740-2B68BCC17CFC}"/>
                    </a:ext>
                  </a:extLst>
                </p:cNvPr>
                <p:cNvSpPr/>
                <p:nvPr/>
              </p:nvSpPr>
              <p:spPr>
                <a:xfrm>
                  <a:off x="3603674" y="2410051"/>
                  <a:ext cx="1695890" cy="1942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174" extrusionOk="0">
                      <a:moveTo>
                        <a:pt x="150" y="0"/>
                      </a:moveTo>
                      <a:cubicBezTo>
                        <a:pt x="88" y="0"/>
                        <a:pt x="31" y="33"/>
                        <a:pt x="0" y="87"/>
                      </a:cubicBezTo>
                      <a:lnTo>
                        <a:pt x="151" y="174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 dirty="0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" name="Google Shape;2594;p99">
                <a:extLst>
                  <a:ext uri="{FF2B5EF4-FFF2-40B4-BE49-F238E27FC236}">
                    <a16:creationId xmlns:a16="http://schemas.microsoft.com/office/drawing/2014/main" id="{597EFC0F-A400-1CE2-AC49-96D341438916}"/>
                  </a:ext>
                </a:extLst>
              </p:cNvPr>
              <p:cNvGrpSpPr/>
              <p:nvPr/>
            </p:nvGrpSpPr>
            <p:grpSpPr>
              <a:xfrm>
                <a:off x="734893" y="1509711"/>
                <a:ext cx="2655979" cy="2655713"/>
                <a:chOff x="3334516" y="2410051"/>
                <a:chExt cx="3917951" cy="3872996"/>
              </a:xfrm>
            </p:grpSpPr>
            <p:sp>
              <p:nvSpPr>
                <p:cNvPr id="27" name="Google Shape;2595;p99">
                  <a:extLst>
                    <a:ext uri="{FF2B5EF4-FFF2-40B4-BE49-F238E27FC236}">
                      <a16:creationId xmlns:a16="http://schemas.microsoft.com/office/drawing/2014/main" id="{28364B88-F4FF-6FC5-7AE2-D2E7D8F9E264}"/>
                    </a:ext>
                  </a:extLst>
                </p:cNvPr>
                <p:cNvSpPr/>
                <p:nvPr/>
              </p:nvSpPr>
              <p:spPr>
                <a:xfrm>
                  <a:off x="5299563" y="3380321"/>
                  <a:ext cx="1952904" cy="193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173" extrusionOk="0">
                      <a:moveTo>
                        <a:pt x="150" y="173"/>
                      </a:moveTo>
                      <a:cubicBezTo>
                        <a:pt x="165" y="147"/>
                        <a:pt x="174" y="117"/>
                        <a:pt x="174" y="87"/>
                      </a:cubicBezTo>
                      <a:cubicBezTo>
                        <a:pt x="174" y="56"/>
                        <a:pt x="165" y="26"/>
                        <a:pt x="150" y="0"/>
                      </a:cubicBezTo>
                      <a:lnTo>
                        <a:pt x="0" y="87"/>
                      </a:lnTo>
                      <a:lnTo>
                        <a:pt x="150" y="17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 dirty="0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2596;p99">
                  <a:extLst>
                    <a:ext uri="{FF2B5EF4-FFF2-40B4-BE49-F238E27FC236}">
                      <a16:creationId xmlns:a16="http://schemas.microsoft.com/office/drawing/2014/main" id="{47272A59-23A7-90CB-92C9-5B089B1DE3A6}"/>
                    </a:ext>
                  </a:extLst>
                </p:cNvPr>
                <p:cNvSpPr/>
                <p:nvPr/>
              </p:nvSpPr>
              <p:spPr>
                <a:xfrm>
                  <a:off x="5299563" y="2410051"/>
                  <a:ext cx="1683748" cy="1942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74" extrusionOk="0">
                      <a:moveTo>
                        <a:pt x="150" y="87"/>
                      </a:moveTo>
                      <a:cubicBezTo>
                        <a:pt x="119" y="33"/>
                        <a:pt x="62" y="0"/>
                        <a:pt x="0" y="0"/>
                      </a:cubicBezTo>
                      <a:lnTo>
                        <a:pt x="0" y="174"/>
                      </a:lnTo>
                      <a:lnTo>
                        <a:pt x="150" y="8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 dirty="0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" name="Google Shape;2597;p99">
                  <a:extLst>
                    <a:ext uri="{FF2B5EF4-FFF2-40B4-BE49-F238E27FC236}">
                      <a16:creationId xmlns:a16="http://schemas.microsoft.com/office/drawing/2014/main" id="{7A2565C3-B06F-BC12-2538-E0FA15BD8B91}"/>
                    </a:ext>
                  </a:extLst>
                </p:cNvPr>
                <p:cNvSpPr/>
                <p:nvPr/>
              </p:nvSpPr>
              <p:spPr>
                <a:xfrm>
                  <a:off x="5299563" y="4352613"/>
                  <a:ext cx="1683748" cy="1930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73" extrusionOk="0">
                      <a:moveTo>
                        <a:pt x="0" y="173"/>
                      </a:moveTo>
                      <a:cubicBezTo>
                        <a:pt x="62" y="173"/>
                        <a:pt x="119" y="140"/>
                        <a:pt x="150" y="86"/>
                      </a:cubicBezTo>
                      <a:lnTo>
                        <a:pt x="0" y="0"/>
                      </a:lnTo>
                      <a:lnTo>
                        <a:pt x="0" y="17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" name="Google Shape;2598;p99">
                  <a:extLst>
                    <a:ext uri="{FF2B5EF4-FFF2-40B4-BE49-F238E27FC236}">
                      <a16:creationId xmlns:a16="http://schemas.microsoft.com/office/drawing/2014/main" id="{D21B0E98-36EC-6004-BDA1-B70F9D405D8D}"/>
                    </a:ext>
                  </a:extLst>
                </p:cNvPr>
                <p:cNvSpPr/>
                <p:nvPr/>
              </p:nvSpPr>
              <p:spPr>
                <a:xfrm>
                  <a:off x="3603673" y="4352613"/>
                  <a:ext cx="1695890" cy="1930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173" extrusionOk="0">
                      <a:moveTo>
                        <a:pt x="0" y="86"/>
                      </a:moveTo>
                      <a:cubicBezTo>
                        <a:pt x="31" y="140"/>
                        <a:pt x="88" y="173"/>
                        <a:pt x="151" y="173"/>
                      </a:cubicBezTo>
                      <a:lnTo>
                        <a:pt x="151" y="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Google Shape;2599;p99">
                  <a:extLst>
                    <a:ext uri="{FF2B5EF4-FFF2-40B4-BE49-F238E27FC236}">
                      <a16:creationId xmlns:a16="http://schemas.microsoft.com/office/drawing/2014/main" id="{9F2FE20D-F86C-F055-44D1-92AB7A7010A1}"/>
                    </a:ext>
                  </a:extLst>
                </p:cNvPr>
                <p:cNvSpPr/>
                <p:nvPr/>
              </p:nvSpPr>
              <p:spPr>
                <a:xfrm>
                  <a:off x="3334516" y="3380321"/>
                  <a:ext cx="1965047" cy="193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" h="173" extrusionOk="0">
                      <a:moveTo>
                        <a:pt x="24" y="0"/>
                      </a:moveTo>
                      <a:cubicBezTo>
                        <a:pt x="9" y="26"/>
                        <a:pt x="1" y="56"/>
                        <a:pt x="1" y="86"/>
                      </a:cubicBezTo>
                      <a:cubicBezTo>
                        <a:pt x="0" y="117"/>
                        <a:pt x="9" y="147"/>
                        <a:pt x="24" y="173"/>
                      </a:cubicBezTo>
                      <a:lnTo>
                        <a:pt x="175" y="87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2600;p99">
                  <a:extLst>
                    <a:ext uri="{FF2B5EF4-FFF2-40B4-BE49-F238E27FC236}">
                      <a16:creationId xmlns:a16="http://schemas.microsoft.com/office/drawing/2014/main" id="{EE4325E4-C58A-7F41-8C1C-ABC1F3A2A7BC}"/>
                    </a:ext>
                  </a:extLst>
                </p:cNvPr>
                <p:cNvSpPr/>
                <p:nvPr/>
              </p:nvSpPr>
              <p:spPr>
                <a:xfrm>
                  <a:off x="3603673" y="2410051"/>
                  <a:ext cx="1695890" cy="1942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174" extrusionOk="0">
                      <a:moveTo>
                        <a:pt x="150" y="0"/>
                      </a:moveTo>
                      <a:cubicBezTo>
                        <a:pt x="88" y="0"/>
                        <a:pt x="31" y="33"/>
                        <a:pt x="0" y="87"/>
                      </a:cubicBezTo>
                      <a:lnTo>
                        <a:pt x="151" y="174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2857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 dirty="0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78984B0-97AE-DA04-BF0B-436A30472D00}"/>
                </a:ext>
              </a:extLst>
            </p:cNvPr>
            <p:cNvSpPr/>
            <p:nvPr/>
          </p:nvSpPr>
          <p:spPr>
            <a:xfrm>
              <a:off x="4615478" y="1955769"/>
              <a:ext cx="2961044" cy="296104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Hash Value Range:</a:t>
              </a:r>
            </a:p>
            <a:p>
              <a:pPr algn="ctr"/>
              <a:r>
                <a:rPr lang="en-US" sz="3200" dirty="0"/>
                <a:t>0 – 65535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B3B1BE3-3272-CFBC-E7FC-ABFD147A694C}"/>
              </a:ext>
            </a:extLst>
          </p:cNvPr>
          <p:cNvSpPr txBox="1"/>
          <p:nvPr/>
        </p:nvSpPr>
        <p:spPr>
          <a:xfrm>
            <a:off x="8640168" y="715265"/>
            <a:ext cx="3277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Physical Database Node: 1</a:t>
            </a:r>
          </a:p>
          <a:p>
            <a:r>
              <a:rPr lang="en-US" sz="2000" dirty="0"/>
              <a:t>Associated Virtual Nodes: 256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F923E1-14EC-F49C-5575-6D3147A7464D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7660746" y="1056743"/>
            <a:ext cx="979422" cy="124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52B21EC-CE8C-A7AE-7AEF-95F620FE7B7C}"/>
              </a:ext>
            </a:extLst>
          </p:cNvPr>
          <p:cNvSpPr txBox="1"/>
          <p:nvPr/>
        </p:nvSpPr>
        <p:spPr>
          <a:xfrm>
            <a:off x="7296912" y="77314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F3282F-AEDA-AAAA-1A71-5B72860145DC}"/>
              </a:ext>
            </a:extLst>
          </p:cNvPr>
          <p:cNvSpPr txBox="1"/>
          <p:nvPr/>
        </p:nvSpPr>
        <p:spPr>
          <a:xfrm>
            <a:off x="8679025" y="310866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C5E409-1AEA-82E7-5F2D-720F4BB0CCDA}"/>
              </a:ext>
            </a:extLst>
          </p:cNvPr>
          <p:cNvSpPr txBox="1"/>
          <p:nvPr/>
        </p:nvSpPr>
        <p:spPr>
          <a:xfrm>
            <a:off x="7296912" y="55462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F4FAF5-FD36-ACD0-E1A1-5D43C84A9ED1}"/>
              </a:ext>
            </a:extLst>
          </p:cNvPr>
          <p:cNvSpPr txBox="1"/>
          <p:nvPr/>
        </p:nvSpPr>
        <p:spPr>
          <a:xfrm>
            <a:off x="4499925" y="554339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0B8C51-0D71-E752-8B06-E8406193DAB3}"/>
              </a:ext>
            </a:extLst>
          </p:cNvPr>
          <p:cNvSpPr txBox="1"/>
          <p:nvPr/>
        </p:nvSpPr>
        <p:spPr>
          <a:xfrm>
            <a:off x="4499925" y="79891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CAB2F8-DFE4-D781-89F4-75802A77700D}"/>
              </a:ext>
            </a:extLst>
          </p:cNvPr>
          <p:cNvSpPr txBox="1"/>
          <p:nvPr/>
        </p:nvSpPr>
        <p:spPr>
          <a:xfrm>
            <a:off x="3116257" y="311369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7564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7</cp:revision>
  <dcterms:created xsi:type="dcterms:W3CDTF">2023-04-01T20:29:48Z</dcterms:created>
  <dcterms:modified xsi:type="dcterms:W3CDTF">2023-04-01T22:48:31Z</dcterms:modified>
</cp:coreProperties>
</file>