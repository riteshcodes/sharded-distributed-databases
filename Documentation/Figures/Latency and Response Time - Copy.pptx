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9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7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D976-D36F-087D-6498-08FD503053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1642E7-5B30-35F2-8E29-F790404F69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D3F48-C2A4-64BD-8622-0CAF0F174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C255F-A0B2-E9BB-5E90-15234CEA8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E7625-58EE-60BF-DAEA-11088FF40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079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E4BB0-E826-5A7A-3061-F936E9DC3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DA9C4-F505-84F7-C681-C432266EA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171B3-76A5-F7CD-8BBE-6E3A89DED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6FDF3-5EB8-81F1-E70A-9CCD62F7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B82CE8-810F-E797-C708-E8E8F334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174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44342-DC43-B126-386B-722409F88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48BD5-4128-3BFC-5372-EB3D3A8CA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7EA2C2-A05F-0403-B0F5-E9A2C8078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8007A-DCCB-75D7-B048-1E15F7FAF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348B07-5985-143A-8565-3F9C1C0E7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230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EEA1C-B8DC-82F3-9F37-515FA66F4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04A56-C45B-5C0F-FF5F-F0BF45FD26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454B9B-7EE5-D46E-FC56-40A10438AC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9B5D26-9364-4177-8059-70CE07AD5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ECE37E-C8BE-FCA6-EE40-F2AF2F440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B5810-4D1B-9BF9-081D-ED9F6B304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584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86680-2019-2704-4907-16768DC3D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98CA9-7EC9-75BB-2BB5-B2A14485B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E90179-0599-2D48-4A0F-94977E3C33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ABF73B-D5D7-4B5F-82B5-7FD1D1A8A1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FC5E22-28C6-E6C1-238B-24999BF084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B884C0-DD8B-4B13-DD4F-D5E99BC49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85065D-5AC7-5ACB-BAEE-4EC50482A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9981F-1094-1306-1A34-E488DBE4F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646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7DA89-381F-2434-C86F-6F1408FF1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FF6822-53B1-60A1-D03A-F7CBA2742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F33E35-72E6-EDDA-3C7B-626B2570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91CDA1-541F-C6D5-6920-CAA77B2E0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164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C71A4E-433B-84FC-6655-F8F27F4F1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3754C8-CD78-8431-1A2C-188289A87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D0C20-1FBA-51B6-DA1C-7CFF3BD3D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10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BF137-5D6B-D07C-11AB-15E5810E8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B4C61-C11C-0F0F-DEE8-D85222600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C7161E-A21A-853E-76DB-FC1ED15C8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BD17D9-9F4E-F026-0E60-4505FE22F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4CC30-57FD-3C98-D064-3AD7862AE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D9E3C3-42D9-0C74-0E8F-9D61F098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34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44262-13CE-D3C4-E4A9-8997DFF94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FD7976-4F2E-2E17-8EE1-98237EDE33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652B1A-8B65-5ECE-F847-2E12ACE948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C29FF6-7876-9E67-01A4-67DDD1F3C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9B6814-97AB-74F0-D79A-2DEB50E6B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FB2DEC-309D-D877-52F4-FFBBE4098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762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C9AF2-8442-CAD0-C83F-ED5586BC4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6EC9A6-4EC9-FC86-8464-361FC6B71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240E3-67ED-248C-08A7-58B29C07D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0767CC-7F9D-BC9D-C011-9ECA621E0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2E3C8-C424-ABFE-664D-DBE88560B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905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ED9D85-9753-777C-96E6-211AF3E2B2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5BCC4D-D420-5253-D20F-291183C139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7AA0A5-0233-8CEC-6858-5A5D7E3DD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1E127-0FFC-443A-B14E-CEAC92C6D946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C96489-CD5D-DBF6-ED04-F3F140DF6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6E795-5329-C67A-AA99-B0F33B42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468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517CA2-E207-9753-C223-652F4BA75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7F0810-662F-561E-490A-6103B2FC7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7FA93-EA31-2BCB-BEF0-F52A70CED5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1E127-0FFC-443A-B14E-CEAC92C6D946}" type="datetimeFigureOut">
              <a:rPr lang="en-US" smtClean="0"/>
              <a:t>4/20/2023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5AB4A-5D80-C6DC-959A-5BE1315360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65E3B-9C90-5CEC-7791-77BA9A898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B4B1F2-E1A7-48A5-B1A9-FFE9B881F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320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Cylinder 41">
            <a:extLst>
              <a:ext uri="{FF2B5EF4-FFF2-40B4-BE49-F238E27FC236}">
                <a16:creationId xmlns:a16="http://schemas.microsoft.com/office/drawing/2014/main" id="{0FD83A86-D875-557A-FCB5-BCE400E67C6C}"/>
              </a:ext>
            </a:extLst>
          </p:cNvPr>
          <p:cNvSpPr>
            <a:spLocks noChangeAspect="1"/>
          </p:cNvSpPr>
          <p:nvPr/>
        </p:nvSpPr>
        <p:spPr>
          <a:xfrm>
            <a:off x="9949853" y="105236"/>
            <a:ext cx="1930739" cy="1930735"/>
          </a:xfrm>
          <a:prstGeom prst="can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Database</a:t>
            </a:r>
            <a:r>
              <a:rPr lang="en-US" sz="3200" baseline="-250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3" name="Cylinder 42">
            <a:extLst>
              <a:ext uri="{FF2B5EF4-FFF2-40B4-BE49-F238E27FC236}">
                <a16:creationId xmlns:a16="http://schemas.microsoft.com/office/drawing/2014/main" id="{682188D7-9EC4-C51E-F834-B28F9067F133}"/>
              </a:ext>
            </a:extLst>
          </p:cNvPr>
          <p:cNvSpPr>
            <a:spLocks noChangeAspect="1"/>
          </p:cNvSpPr>
          <p:nvPr/>
        </p:nvSpPr>
        <p:spPr>
          <a:xfrm>
            <a:off x="9949853" y="3187273"/>
            <a:ext cx="1930739" cy="1930735"/>
          </a:xfrm>
          <a:prstGeom prst="can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3200" dirty="0" err="1">
                <a:solidFill>
                  <a:schemeClr val="tx1"/>
                </a:solidFill>
              </a:rPr>
              <a:t>Database</a:t>
            </a:r>
            <a:r>
              <a:rPr lang="en-US" sz="3200" baseline="-25000" dirty="0" err="1">
                <a:solidFill>
                  <a:schemeClr val="tx1"/>
                </a:solidFill>
              </a:rPr>
              <a:t>n</a:t>
            </a:r>
            <a:endParaRPr lang="en-US" sz="3200" baseline="-25000" dirty="0">
              <a:solidFill>
                <a:schemeClr val="tx1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C35893C-BE85-3ED5-2154-5688CA1CCA15}"/>
              </a:ext>
            </a:extLst>
          </p:cNvPr>
          <p:cNvSpPr>
            <a:spLocks noChangeAspect="1"/>
          </p:cNvSpPr>
          <p:nvPr/>
        </p:nvSpPr>
        <p:spPr>
          <a:xfrm>
            <a:off x="250232" y="1693046"/>
            <a:ext cx="1410303" cy="1342545"/>
          </a:xfrm>
          <a:prstGeom prst="rect">
            <a:avLst/>
          </a:prstGeom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</a:rPr>
              <a:t>Client</a:t>
            </a:r>
            <a:endParaRPr lang="en-US" sz="3200" dirty="0"/>
          </a:p>
        </p:txBody>
      </p: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14D47636-6E7E-3A80-2F70-70F2553C92B5}"/>
              </a:ext>
            </a:extLst>
          </p:cNvPr>
          <p:cNvGrpSpPr/>
          <p:nvPr/>
        </p:nvGrpSpPr>
        <p:grpSpPr>
          <a:xfrm>
            <a:off x="3965607" y="1346896"/>
            <a:ext cx="3835786" cy="2619622"/>
            <a:chOff x="3387820" y="1299453"/>
            <a:chExt cx="4702320" cy="2667065"/>
          </a:xfrm>
        </p:grpSpPr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B4F84AC2-26D6-DAC3-742A-53D329F9DA5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387820" y="1299453"/>
              <a:ext cx="4702320" cy="2667065"/>
            </a:xfrm>
            <a:prstGeom prst="round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200" dirty="0">
                <a:solidFill>
                  <a:schemeClr val="accent2"/>
                </a:solidFill>
              </a:endParaRP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7F72A0A-00B6-199F-BE84-C21D4C09694A}"/>
                </a:ext>
              </a:extLst>
            </p:cNvPr>
            <p:cNvSpPr txBox="1">
              <a:spLocks noChangeAspect="1"/>
            </p:cNvSpPr>
            <p:nvPr/>
          </p:nvSpPr>
          <p:spPr>
            <a:xfrm>
              <a:off x="4497896" y="2335302"/>
              <a:ext cx="2669850" cy="5953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200" dirty="0"/>
                <a:t>Middleware</a:t>
              </a: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E891B9D7-1223-1B44-E2BB-10D358FB655D}"/>
              </a:ext>
            </a:extLst>
          </p:cNvPr>
          <p:cNvSpPr txBox="1">
            <a:spLocks noChangeAspect="1"/>
          </p:cNvSpPr>
          <p:nvPr/>
        </p:nvSpPr>
        <p:spPr>
          <a:xfrm>
            <a:off x="10732041" y="1836395"/>
            <a:ext cx="36636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.</a:t>
            </a:r>
          </a:p>
          <a:p>
            <a:r>
              <a:rPr lang="en-US" sz="2800" dirty="0"/>
              <a:t>.</a:t>
            </a:r>
          </a:p>
          <a:p>
            <a:r>
              <a:rPr lang="en-US" sz="2800" dirty="0"/>
              <a:t>.</a:t>
            </a: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7162AFD1-726E-B6EE-6860-10D11448F30B}"/>
              </a:ext>
            </a:extLst>
          </p:cNvPr>
          <p:cNvGrpSpPr/>
          <p:nvPr/>
        </p:nvGrpSpPr>
        <p:grpSpPr>
          <a:xfrm>
            <a:off x="1666713" y="1845858"/>
            <a:ext cx="2304064" cy="369332"/>
            <a:chOff x="1701757" y="2073893"/>
            <a:chExt cx="1673707" cy="369332"/>
          </a:xfrm>
        </p:grpSpPr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1862DCCC-6E6E-B596-745B-DF5E44C4E0E0}"/>
                </a:ext>
              </a:extLst>
            </p:cNvPr>
            <p:cNvCxnSpPr>
              <a:cxnSpLocks noChangeAspect="1"/>
            </p:cNvCxnSpPr>
            <p:nvPr/>
          </p:nvCxnSpPr>
          <p:spPr>
            <a:xfrm>
              <a:off x="1701757" y="2435918"/>
              <a:ext cx="167370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C792E519-8A3A-25D6-5CB3-7738CC603F2B}"/>
                </a:ext>
              </a:extLst>
            </p:cNvPr>
            <p:cNvSpPr txBox="1"/>
            <p:nvPr/>
          </p:nvSpPr>
          <p:spPr>
            <a:xfrm>
              <a:off x="2204495" y="2073893"/>
              <a:ext cx="9442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Request</a:t>
              </a:r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8B9F538A-28F8-7618-DF76-8F672540FA28}"/>
              </a:ext>
            </a:extLst>
          </p:cNvPr>
          <p:cNvGrpSpPr/>
          <p:nvPr/>
        </p:nvGrpSpPr>
        <p:grpSpPr>
          <a:xfrm>
            <a:off x="7801394" y="940855"/>
            <a:ext cx="2146442" cy="1151113"/>
            <a:chOff x="8074995" y="1347808"/>
            <a:chExt cx="1897107" cy="1151113"/>
          </a:xfrm>
        </p:grpSpPr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A16D767E-D68D-75DE-1FF4-EC24B5B6FB29}"/>
                </a:ext>
              </a:extLst>
            </p:cNvPr>
            <p:cNvGrpSpPr/>
            <p:nvPr/>
          </p:nvGrpSpPr>
          <p:grpSpPr>
            <a:xfrm>
              <a:off x="8074995" y="1347808"/>
              <a:ext cx="1897107" cy="713392"/>
              <a:chOff x="7940813" y="544740"/>
              <a:chExt cx="1897107" cy="713392"/>
            </a:xfrm>
          </p:grpSpPr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B160DE2C-984C-E8CC-C02C-1FA398703D90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H="1">
                <a:off x="7940813" y="544740"/>
                <a:ext cx="1897107" cy="713392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1" name="TextBox 140">
                <a:extLst>
                  <a:ext uri="{FF2B5EF4-FFF2-40B4-BE49-F238E27FC236}">
                    <a16:creationId xmlns:a16="http://schemas.microsoft.com/office/drawing/2014/main" id="{A7DCAC76-2F62-2AA3-878C-165384992493}"/>
                  </a:ext>
                </a:extLst>
              </p:cNvPr>
              <p:cNvSpPr txBox="1"/>
              <p:nvPr/>
            </p:nvSpPr>
            <p:spPr>
              <a:xfrm rot="20363835">
                <a:off x="8322219" y="592399"/>
                <a:ext cx="76251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Result</a:t>
                </a:r>
              </a:p>
            </p:txBody>
          </p:sp>
        </p:grpSp>
        <p:grpSp>
          <p:nvGrpSpPr>
            <p:cNvPr id="154" name="Group 153">
              <a:extLst>
                <a:ext uri="{FF2B5EF4-FFF2-40B4-BE49-F238E27FC236}">
                  <a16:creationId xmlns:a16="http://schemas.microsoft.com/office/drawing/2014/main" id="{54CFAF1C-B170-A3B3-703A-5DFD419FA070}"/>
                </a:ext>
              </a:extLst>
            </p:cNvPr>
            <p:cNvGrpSpPr/>
            <p:nvPr/>
          </p:nvGrpSpPr>
          <p:grpSpPr>
            <a:xfrm>
              <a:off x="8075217" y="1766967"/>
              <a:ext cx="1896885" cy="731954"/>
              <a:chOff x="8063242" y="1648814"/>
              <a:chExt cx="1896885" cy="731954"/>
            </a:xfrm>
          </p:grpSpPr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0222EC55-8F36-AF2C-25BA-3AC005CAB0EF}"/>
                  </a:ext>
                </a:extLst>
              </p:cNvPr>
              <p:cNvSpPr txBox="1"/>
              <p:nvPr/>
            </p:nvSpPr>
            <p:spPr>
              <a:xfrm rot="20365686">
                <a:off x="8593572" y="1648814"/>
                <a:ext cx="7629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Query</a:t>
                </a:r>
              </a:p>
            </p:txBody>
          </p: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E77BF173-4DC0-48C2-3058-26A40896CC9E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V="1">
                <a:off x="8063242" y="1667459"/>
                <a:ext cx="1896885" cy="7133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05E7F9FC-AD9F-FE96-1CFE-8E0EFEF72549}"/>
              </a:ext>
            </a:extLst>
          </p:cNvPr>
          <p:cNvGrpSpPr/>
          <p:nvPr/>
        </p:nvGrpSpPr>
        <p:grpSpPr>
          <a:xfrm>
            <a:off x="1666713" y="2287374"/>
            <a:ext cx="2286429" cy="369332"/>
            <a:chOff x="1062527" y="2073893"/>
            <a:chExt cx="1689067" cy="369332"/>
          </a:xfrm>
        </p:grpSpPr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9B640F5C-ED55-FBB0-8906-23AA25F77DEF}"/>
                </a:ext>
              </a:extLst>
            </p:cNvPr>
            <p:cNvCxnSpPr>
              <a:cxnSpLocks noChangeAspect="1"/>
            </p:cNvCxnSpPr>
            <p:nvPr/>
          </p:nvCxnSpPr>
          <p:spPr>
            <a:xfrm flipH="1">
              <a:off x="1062527" y="2435918"/>
              <a:ext cx="1689067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31FC0DCE-26EE-6243-85E5-5E40EDBF18ED}"/>
                </a:ext>
              </a:extLst>
            </p:cNvPr>
            <p:cNvSpPr txBox="1"/>
            <p:nvPr/>
          </p:nvSpPr>
          <p:spPr>
            <a:xfrm>
              <a:off x="1570282" y="2073893"/>
              <a:ext cx="1081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Response</a:t>
              </a:r>
            </a:p>
          </p:txBody>
        </p:sp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F503BE75-57E3-AE56-CB07-EB4763E9A574}"/>
              </a:ext>
            </a:extLst>
          </p:cNvPr>
          <p:cNvGrpSpPr/>
          <p:nvPr/>
        </p:nvGrpSpPr>
        <p:grpSpPr>
          <a:xfrm rot="2529201">
            <a:off x="7660163" y="2673335"/>
            <a:ext cx="2434131" cy="1181843"/>
            <a:chOff x="7816874" y="1493757"/>
            <a:chExt cx="2153576" cy="1013743"/>
          </a:xfrm>
        </p:grpSpPr>
        <p:grpSp>
          <p:nvGrpSpPr>
            <p:cNvPr id="173" name="Group 172">
              <a:extLst>
                <a:ext uri="{FF2B5EF4-FFF2-40B4-BE49-F238E27FC236}">
                  <a16:creationId xmlns:a16="http://schemas.microsoft.com/office/drawing/2014/main" id="{A8261F3F-6428-FAFF-AA99-BD54425E340F}"/>
                </a:ext>
              </a:extLst>
            </p:cNvPr>
            <p:cNvGrpSpPr/>
            <p:nvPr/>
          </p:nvGrpSpPr>
          <p:grpSpPr>
            <a:xfrm>
              <a:off x="7816874" y="1493757"/>
              <a:ext cx="1899152" cy="749818"/>
              <a:chOff x="7682692" y="690689"/>
              <a:chExt cx="1899152" cy="749818"/>
            </a:xfrm>
          </p:grpSpPr>
          <p:cxnSp>
            <p:nvCxnSpPr>
              <p:cNvPr id="177" name="Straight Arrow Connector 176">
                <a:extLst>
                  <a:ext uri="{FF2B5EF4-FFF2-40B4-BE49-F238E27FC236}">
                    <a16:creationId xmlns:a16="http://schemas.microsoft.com/office/drawing/2014/main" id="{23B2FC7A-CAF8-56F3-C66B-AD76717E4AF1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rot="19070799" flipH="1" flipV="1">
                <a:off x="7682692" y="690689"/>
                <a:ext cx="1899152" cy="7498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979FDF34-4DBB-140C-1E1A-15F26B2FB7A3}"/>
                  </a:ext>
                </a:extLst>
              </p:cNvPr>
              <p:cNvSpPr txBox="1"/>
              <p:nvPr/>
            </p:nvSpPr>
            <p:spPr>
              <a:xfrm rot="20363835">
                <a:off x="8155822" y="762709"/>
                <a:ext cx="765208" cy="3168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Result</a:t>
                </a:r>
              </a:p>
            </p:txBody>
          </p:sp>
        </p:grpSp>
        <p:grpSp>
          <p:nvGrpSpPr>
            <p:cNvPr id="174" name="Group 173">
              <a:extLst>
                <a:ext uri="{FF2B5EF4-FFF2-40B4-BE49-F238E27FC236}">
                  <a16:creationId xmlns:a16="http://schemas.microsoft.com/office/drawing/2014/main" id="{CE6291B8-FB14-3C97-E0BF-D647060789B2}"/>
                </a:ext>
              </a:extLst>
            </p:cNvPr>
            <p:cNvGrpSpPr/>
            <p:nvPr/>
          </p:nvGrpSpPr>
          <p:grpSpPr>
            <a:xfrm>
              <a:off x="8073565" y="1794191"/>
              <a:ext cx="1896885" cy="713309"/>
              <a:chOff x="8061590" y="1676038"/>
              <a:chExt cx="1896885" cy="713309"/>
            </a:xfrm>
          </p:grpSpPr>
          <p:sp>
            <p:nvSpPr>
              <p:cNvPr id="175" name="TextBox 174">
                <a:extLst>
                  <a:ext uri="{FF2B5EF4-FFF2-40B4-BE49-F238E27FC236}">
                    <a16:creationId xmlns:a16="http://schemas.microsoft.com/office/drawing/2014/main" id="{0D34DF91-5FBB-7E0C-5F8A-5BBEA81F4BA1}"/>
                  </a:ext>
                </a:extLst>
              </p:cNvPr>
              <p:cNvSpPr txBox="1"/>
              <p:nvPr/>
            </p:nvSpPr>
            <p:spPr>
              <a:xfrm rot="20365686">
                <a:off x="8435639" y="1775165"/>
                <a:ext cx="762555" cy="323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Query</a:t>
                </a:r>
              </a:p>
            </p:txBody>
          </p:sp>
          <p:cxnSp>
            <p:nvCxnSpPr>
              <p:cNvPr id="176" name="Straight Arrow Connector 175">
                <a:extLst>
                  <a:ext uri="{FF2B5EF4-FFF2-40B4-BE49-F238E27FC236}">
                    <a16:creationId xmlns:a16="http://schemas.microsoft.com/office/drawing/2014/main" id="{0B2445E4-E155-ECDB-E21E-6AC5617D625C}"/>
                  </a:ext>
                </a:extLst>
              </p:cNvPr>
              <p:cNvCxnSpPr>
                <a:cxnSpLocks noChangeAspect="1"/>
              </p:cNvCxnSpPr>
              <p:nvPr/>
            </p:nvCxnSpPr>
            <p:spPr>
              <a:xfrm flipV="1">
                <a:off x="8061590" y="1676038"/>
                <a:ext cx="1896885" cy="71330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F3D8FA6E-A1EA-E8D8-6E61-33C29E87C11F}"/>
              </a:ext>
            </a:extLst>
          </p:cNvPr>
          <p:cNvGrpSpPr/>
          <p:nvPr/>
        </p:nvGrpSpPr>
        <p:grpSpPr>
          <a:xfrm>
            <a:off x="1660535" y="3624040"/>
            <a:ext cx="2310242" cy="668195"/>
            <a:chOff x="3225518" y="5683223"/>
            <a:chExt cx="6083995" cy="668195"/>
          </a:xfrm>
        </p:grpSpPr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5B85EE41-6F7F-C0A2-4A0F-0FD99D3478DA}"/>
                </a:ext>
              </a:extLst>
            </p:cNvPr>
            <p:cNvCxnSpPr>
              <a:cxnSpLocks/>
            </p:cNvCxnSpPr>
            <p:nvPr/>
          </p:nvCxnSpPr>
          <p:spPr>
            <a:xfrm>
              <a:off x="3225518" y="6351418"/>
              <a:ext cx="6083995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87" name="TextBox 186">
              <a:extLst>
                <a:ext uri="{FF2B5EF4-FFF2-40B4-BE49-F238E27FC236}">
                  <a16:creationId xmlns:a16="http://schemas.microsoft.com/office/drawing/2014/main" id="{6579B052-4A94-D5A1-A565-A0380576C4C4}"/>
                </a:ext>
              </a:extLst>
            </p:cNvPr>
            <p:cNvSpPr txBox="1"/>
            <p:nvPr/>
          </p:nvSpPr>
          <p:spPr>
            <a:xfrm>
              <a:off x="3325401" y="5683223"/>
              <a:ext cx="576773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Client-to-Middleware</a:t>
              </a:r>
            </a:p>
            <a:p>
              <a:pPr algn="ctr"/>
              <a:r>
                <a:rPr lang="en-US" dirty="0"/>
                <a:t>Round-trip Latency</a:t>
              </a:r>
            </a:p>
          </p:txBody>
        </p: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C1309305-0518-573D-CD04-3CFA92371C61}"/>
              </a:ext>
            </a:extLst>
          </p:cNvPr>
          <p:cNvGrpSpPr/>
          <p:nvPr/>
        </p:nvGrpSpPr>
        <p:grpSpPr>
          <a:xfrm>
            <a:off x="1672892" y="6197585"/>
            <a:ext cx="10207700" cy="380327"/>
            <a:chOff x="1807104" y="5649770"/>
            <a:chExt cx="8140731" cy="380327"/>
          </a:xfrm>
        </p:grpSpPr>
        <p:cxnSp>
          <p:nvCxnSpPr>
            <p:cNvPr id="190" name="Straight Arrow Connector 189">
              <a:extLst>
                <a:ext uri="{FF2B5EF4-FFF2-40B4-BE49-F238E27FC236}">
                  <a16:creationId xmlns:a16="http://schemas.microsoft.com/office/drawing/2014/main" id="{BC597711-1560-7973-681D-FD1C3FE9DE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7104" y="6008108"/>
              <a:ext cx="8140731" cy="21989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2F030BF3-FD61-98E8-72AA-868C08F1DC5F}"/>
                </a:ext>
              </a:extLst>
            </p:cNvPr>
            <p:cNvSpPr txBox="1"/>
            <p:nvPr/>
          </p:nvSpPr>
          <p:spPr>
            <a:xfrm>
              <a:off x="5049643" y="5649770"/>
              <a:ext cx="21033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Total Response Time</a:t>
              </a:r>
            </a:p>
          </p:txBody>
        </p:sp>
      </p:grp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6A6DF4EB-48AF-4362-FC54-FE335879B344}"/>
              </a:ext>
            </a:extLst>
          </p:cNvPr>
          <p:cNvCxnSpPr>
            <a:cxnSpLocks/>
          </p:cNvCxnSpPr>
          <p:nvPr/>
        </p:nvCxnSpPr>
        <p:spPr>
          <a:xfrm flipH="1">
            <a:off x="1666713" y="3060303"/>
            <a:ext cx="1382" cy="357321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604773B2-6F93-4896-9EA1-F690E9EB3808}"/>
              </a:ext>
            </a:extLst>
          </p:cNvPr>
          <p:cNvCxnSpPr>
            <a:cxnSpLocks/>
          </p:cNvCxnSpPr>
          <p:nvPr/>
        </p:nvCxnSpPr>
        <p:spPr>
          <a:xfrm>
            <a:off x="3959591" y="3345171"/>
            <a:ext cx="0" cy="322928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D4938E0A-72F0-803B-9007-930E3FF3DF39}"/>
              </a:ext>
            </a:extLst>
          </p:cNvPr>
          <p:cNvCxnSpPr>
            <a:cxnSpLocks/>
          </p:cNvCxnSpPr>
          <p:nvPr/>
        </p:nvCxnSpPr>
        <p:spPr>
          <a:xfrm flipH="1">
            <a:off x="11877083" y="1842032"/>
            <a:ext cx="9687" cy="479699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957B5F19-71C9-E49C-59A0-8F401E510D22}"/>
              </a:ext>
            </a:extLst>
          </p:cNvPr>
          <p:cNvGrpSpPr/>
          <p:nvPr/>
        </p:nvGrpSpPr>
        <p:grpSpPr>
          <a:xfrm>
            <a:off x="7813317" y="5510446"/>
            <a:ext cx="4067271" cy="380376"/>
            <a:chOff x="3225518" y="5971042"/>
            <a:chExt cx="6083995" cy="380376"/>
          </a:xfrm>
        </p:grpSpPr>
        <p:cxnSp>
          <p:nvCxnSpPr>
            <p:cNvPr id="203" name="Straight Arrow Connector 202">
              <a:extLst>
                <a:ext uri="{FF2B5EF4-FFF2-40B4-BE49-F238E27FC236}">
                  <a16:creationId xmlns:a16="http://schemas.microsoft.com/office/drawing/2014/main" id="{57532687-5C83-48E0-57C8-EBED8BD2F936}"/>
                </a:ext>
              </a:extLst>
            </p:cNvPr>
            <p:cNvCxnSpPr>
              <a:cxnSpLocks/>
            </p:cNvCxnSpPr>
            <p:nvPr/>
          </p:nvCxnSpPr>
          <p:spPr>
            <a:xfrm>
              <a:off x="3225518" y="6351418"/>
              <a:ext cx="6083995" cy="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FAFE5321-82D2-5598-4B5D-958A1F1F0BF5}"/>
                </a:ext>
              </a:extLst>
            </p:cNvPr>
            <p:cNvSpPr txBox="1"/>
            <p:nvPr/>
          </p:nvSpPr>
          <p:spPr>
            <a:xfrm>
              <a:off x="4623649" y="5971042"/>
              <a:ext cx="3171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Middleware-to-Databases Response Time</a:t>
              </a:r>
            </a:p>
          </p:txBody>
        </p: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BEB79685-F27A-7E27-541F-024B3A71586E}"/>
              </a:ext>
            </a:extLst>
          </p:cNvPr>
          <p:cNvGrpSpPr/>
          <p:nvPr/>
        </p:nvGrpSpPr>
        <p:grpSpPr>
          <a:xfrm>
            <a:off x="7799643" y="4034420"/>
            <a:ext cx="2150210" cy="657268"/>
            <a:chOff x="3225518" y="5694150"/>
            <a:chExt cx="6083995" cy="657268"/>
          </a:xfrm>
        </p:grpSpPr>
        <p:cxnSp>
          <p:nvCxnSpPr>
            <p:cNvPr id="206" name="Straight Arrow Connector 205">
              <a:extLst>
                <a:ext uri="{FF2B5EF4-FFF2-40B4-BE49-F238E27FC236}">
                  <a16:creationId xmlns:a16="http://schemas.microsoft.com/office/drawing/2014/main" id="{EF3DFCEC-F084-12B9-7856-3089732A4553}"/>
                </a:ext>
              </a:extLst>
            </p:cNvPr>
            <p:cNvCxnSpPr>
              <a:cxnSpLocks/>
            </p:cNvCxnSpPr>
            <p:nvPr/>
          </p:nvCxnSpPr>
          <p:spPr>
            <a:xfrm>
              <a:off x="3225518" y="6351418"/>
              <a:ext cx="6083995" cy="0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488B8C57-B1BF-27B7-30E2-F31829DFAF94}"/>
                </a:ext>
              </a:extLst>
            </p:cNvPr>
            <p:cNvSpPr txBox="1"/>
            <p:nvPr/>
          </p:nvSpPr>
          <p:spPr>
            <a:xfrm>
              <a:off x="3490890" y="5694150"/>
              <a:ext cx="556691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Internal </a:t>
              </a:r>
            </a:p>
            <a:p>
              <a:pPr algn="ctr"/>
              <a:r>
                <a:rPr lang="en-US" dirty="0"/>
                <a:t>Round-trip Latency</a:t>
              </a:r>
            </a:p>
          </p:txBody>
        </p:sp>
      </p:grp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04EE8DF6-1ACA-F1B4-E14A-F4AE0A9A3A5B}"/>
              </a:ext>
            </a:extLst>
          </p:cNvPr>
          <p:cNvCxnSpPr>
            <a:cxnSpLocks/>
          </p:cNvCxnSpPr>
          <p:nvPr/>
        </p:nvCxnSpPr>
        <p:spPr>
          <a:xfrm>
            <a:off x="7806344" y="1970694"/>
            <a:ext cx="272" cy="412329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DB402A56-0988-A3E5-2045-59165472C1B8}"/>
              </a:ext>
            </a:extLst>
          </p:cNvPr>
          <p:cNvGrpSpPr/>
          <p:nvPr/>
        </p:nvGrpSpPr>
        <p:grpSpPr>
          <a:xfrm>
            <a:off x="3965607" y="4182852"/>
            <a:ext cx="3841169" cy="404631"/>
            <a:chOff x="-621078" y="5980364"/>
            <a:chExt cx="10868544" cy="404631"/>
          </a:xfrm>
        </p:grpSpPr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92A86BE6-3A6D-0E10-F3D2-6983E617FE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-621078" y="6357445"/>
              <a:ext cx="10868544" cy="27550"/>
            </a:xfrm>
            <a:prstGeom prst="straightConnector1">
              <a:avLst/>
            </a:prstGeom>
            <a:ln w="28575"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84515F6-A185-A79A-CBC7-1FE229486569}"/>
                </a:ext>
              </a:extLst>
            </p:cNvPr>
            <p:cNvSpPr txBox="1"/>
            <p:nvPr/>
          </p:nvSpPr>
          <p:spPr>
            <a:xfrm>
              <a:off x="1294687" y="5980364"/>
              <a:ext cx="70212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dirty="0"/>
                <a:t>Internal Processing Time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20173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28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Ritesh Shrestha</dc:creator>
  <cp:lastModifiedBy>Ritesh Shrestha</cp:lastModifiedBy>
  <cp:revision>13</cp:revision>
  <dcterms:created xsi:type="dcterms:W3CDTF">2023-03-19T17:34:57Z</dcterms:created>
  <dcterms:modified xsi:type="dcterms:W3CDTF">2023-04-20T14:23:25Z</dcterms:modified>
</cp:coreProperties>
</file>