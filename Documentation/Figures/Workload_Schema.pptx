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955B-72AE-4171-6212-F000BF159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09AEB-B3F8-CFA9-2CF1-CC6BCFE2E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68D2D-CB4D-AFCD-77E5-1CBB116B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76D94-F37D-F6BA-A93B-BE3F581E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74531-4D2C-DEAE-DEF1-45038977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4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ECAF-5993-701F-9F3F-857263F8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9509-07AF-A4E7-1D3D-9CFDC7A10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B02EA-AFF3-0462-C48D-A69AE2EA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090C-B51F-47E6-1538-CFFF9291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BA8D0-737E-C9BC-D9C3-A7717B36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2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4FAE-3D34-7C8E-6766-BC5F1892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53BF6-ED7D-74FE-DED2-75C9C3F1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89262-C1AC-06F8-971F-85CDA88B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F072-06E4-88E7-9121-125A59D1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40A3B-F4D6-9CCB-741A-9DBD28C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6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1A41-739D-3D4D-8C3F-2A626F48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A758-73F3-4DD6-C445-44C1D14F6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F5C12-001F-1F37-14E6-728ADFC14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4F802-B146-24F0-B2BA-0BF235C0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8DA40-D8E5-8EB9-2E79-EDACD89E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4DD08-31A0-57B6-D489-BF46DFA6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4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1930-EBB3-EFF4-7A96-2FF0DC54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5E14-0665-62CE-AACB-39C8C6762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BCEE5-E2BC-B557-7156-853FAE5F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FA1E4-037F-7235-7940-E3AA8199C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6EB36-81A0-6566-2986-DF34BDDC2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F5BE-0F35-2AB7-BA33-954A6596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E3BE6-EA16-CB32-A18D-56F31C53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C32A6-6272-33C5-D8B8-0016BD0D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D8F6-988E-AAEE-C356-417177FE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7F23D-4643-BB2D-1972-D941784B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E9568-3CA1-E846-FA2D-1B6E1EED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A3723-218B-6F2D-C39C-7879116B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6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0F38E-3EA7-7C98-B688-364A91C8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DF2CA-B51B-4DC8-56DC-033EF8F5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9054-EA14-D3C3-8790-6C0D8B9F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2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953C-99A7-1739-F913-2233630D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742E-B9D3-CA81-2142-CFB81D952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437C2-22DC-0645-DBB9-123E5581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6C4CD-D2C7-5801-0930-9798020A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16CE-40E9-C81E-18D3-2146433B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AF3F9-F6B3-BA84-D4D9-583BB14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5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AE34-9E92-EB61-07F1-2445E9A7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14E4A-BDB4-9CD2-658A-D0DA21500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BD46D-813F-A26D-4AE4-FCDDC8E6F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C385A-FCB4-3F7B-A973-1F8C928E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EC335-115D-134D-E317-0E6B833E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C436-7606-E329-AA5B-A7A7F23B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9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B08D-FB30-8F6A-8C3D-9D8D29B4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5B671-23AC-1B05-A66E-C472BEE55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D426F-7001-4114-1E88-444638A7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A36B-01C9-1EBC-9CC0-6E77E1DD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6960C-49F4-208C-C43C-7D1F3AC4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8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7D89C-6A93-E50E-99E0-5646FCC90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C4DE1-8D82-7C2E-FE1C-B0A624872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8106F-59D0-A66B-B354-D56A17EF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C7BE6-7750-208F-3AD4-E5D40FBC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A39C3-83E7-7673-AB67-C108DCC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2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E8DC5-652F-39B8-D6E6-40BF1F1A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09772-7A50-5838-845F-2C35F05C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A7C5-0D91-0793-416A-495F20794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50213-F3B7-4D7B-BCFF-203FAEE136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DA30C-6D97-55D3-F355-D978B4DE5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195FC-5E8F-E793-725D-C64DE6A7D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90075-015C-4ABD-9DE9-4750A663E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75A208-0E62-3C8E-D7A8-A2C0B1D1CDE3}"/>
              </a:ext>
            </a:extLst>
          </p:cNvPr>
          <p:cNvSpPr/>
          <p:nvPr/>
        </p:nvSpPr>
        <p:spPr>
          <a:xfrm>
            <a:off x="420129" y="2504577"/>
            <a:ext cx="4120979" cy="184884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u="sng" dirty="0"/>
              <a:t>Key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/>
              <a:t>Random Integer</a:t>
            </a:r>
          </a:p>
          <a:p>
            <a:pPr algn="ctr"/>
            <a:r>
              <a:rPr lang="en-US" sz="3600" dirty="0"/>
              <a:t>(4-Digit Length)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7B34210-B125-D8B5-FDB0-E0328F246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590958"/>
              </p:ext>
            </p:extLst>
          </p:nvPr>
        </p:nvGraphicFramePr>
        <p:xfrm>
          <a:off x="6052816" y="1645920"/>
          <a:ext cx="5241260" cy="3566160"/>
        </p:xfrm>
        <a:graphic>
          <a:graphicData uri="http://schemas.openxmlformats.org/drawingml/2006/table">
            <a:tbl>
              <a:tblPr firstRow="1" bandRow="1"/>
              <a:tblGrid>
                <a:gridCol w="1645443">
                  <a:extLst>
                    <a:ext uri="{9D8B030D-6E8A-4147-A177-3AD203B41FA5}">
                      <a16:colId xmlns:a16="http://schemas.microsoft.com/office/drawing/2014/main" val="3666326002"/>
                    </a:ext>
                  </a:extLst>
                </a:gridCol>
                <a:gridCol w="3595817">
                  <a:extLst>
                    <a:ext uri="{9D8B030D-6E8A-4147-A177-3AD203B41FA5}">
                      <a16:colId xmlns:a16="http://schemas.microsoft.com/office/drawing/2014/main" val="2361157735"/>
                    </a:ext>
                  </a:extLst>
                </a:gridCol>
              </a:tblGrid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/>
                        <a:t>UserID</a:t>
                      </a:r>
                      <a:r>
                        <a:rPr lang="en-US" sz="36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Random Integer </a:t>
                      </a:r>
                    </a:p>
                    <a:p>
                      <a:pPr algn="ctr"/>
                      <a:r>
                        <a:rPr lang="en-US" sz="3600" dirty="0"/>
                        <a:t>(4-Digits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57980"/>
                  </a:ext>
                </a:extLst>
              </a:tr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Random String </a:t>
                      </a:r>
                    </a:p>
                    <a:p>
                      <a:pPr algn="ctr"/>
                      <a:r>
                        <a:rPr lang="en-US" sz="3600" dirty="0"/>
                        <a:t>(Variable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77537"/>
                  </a:ext>
                </a:extLst>
              </a:tr>
              <a:tr h="104578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Email: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/>
                        <a:t>Random String </a:t>
                      </a:r>
                      <a:endParaRPr lang="en-US" sz="3600" dirty="0"/>
                    </a:p>
                    <a:p>
                      <a:pPr algn="ctr"/>
                      <a:r>
                        <a:rPr lang="en-US" sz="3600" dirty="0"/>
                        <a:t>(Variable Length)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950725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82ABFD-8E59-8440-5087-1B1920FE143C}"/>
              </a:ext>
            </a:extLst>
          </p:cNvPr>
          <p:cNvCxnSpPr>
            <a:cxnSpLocks/>
          </p:cNvCxnSpPr>
          <p:nvPr/>
        </p:nvCxnSpPr>
        <p:spPr>
          <a:xfrm>
            <a:off x="5257795" y="0"/>
            <a:ext cx="0" cy="6858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B46CD8-E3F6-6D9D-5CD4-E23CD1D602D1}"/>
              </a:ext>
            </a:extLst>
          </p:cNvPr>
          <p:cNvSpPr txBox="1"/>
          <p:nvPr/>
        </p:nvSpPr>
        <p:spPr>
          <a:xfrm>
            <a:off x="7944397" y="395415"/>
            <a:ext cx="1458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FB6C16-0207-48C3-6058-8E4F7C1A7960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541108" y="3429000"/>
            <a:ext cx="151170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24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2</cp:revision>
  <dcterms:created xsi:type="dcterms:W3CDTF">2023-04-11T15:38:00Z</dcterms:created>
  <dcterms:modified xsi:type="dcterms:W3CDTF">2023-04-11T15:54:27Z</dcterms:modified>
</cp:coreProperties>
</file>